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5C842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Project &amp; Certificate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ML: data to deployment to presentation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Plan and build a complete ML project from scratch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Apply the full 6-step pipeline on a real dataset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Present findings with charts, metrics and business insight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10-Week Journey — What You've Mastered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W1-4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types, NumPy arrays, Pandas DataFrames, data cleaning, feature engineering, EDA with Matplotlib and Seaborn.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W5-6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 Models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&amp; Polynomial Regression, Logistic Regression, Decision Trees, Random Forests. Train, evaluate, compare.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Excellence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Cross-validation, GridSearchCV, ROC/AUC, Pipeline to prevent leakage, Learning curves for diagnosis.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W8-9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(Dense layers, Dropout, EarlyStopping), CNNs (Conv2D, MaxPool, Flatten), Transfer Learning.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— Choose Your Project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Four real-world problem options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— Titanic Survival Prediction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Classification. Clean, encode, compare 3+ classifiers, tune with GridSearchCV, submit to Kaggle leaderboard.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House Price 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Regression. Feature engineering, multiple models, cross-validate, visualise predictions vs actuals.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 — MNIST / CIFAR-10 Image 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CNN. Data augmentation, learning curves, confusion matrix, misclassification analysis.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D — Your Own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real dataset (Kaggle, UCI, or your own). Define the problem, clean, model and evaluate.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project_checklist.py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capstone MUST include: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Data loading and exploration (head/info/describe)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Data cleaning (nulls, types, outliers)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EDA — at least 4 meaningful charts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Feature engineering (at least 1 new feature)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2 models trained and compared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Cross-validation (not just 1 split)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Final model tuned with GridSearchCV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Evaluation metrics reported (acc/F1/R²/AUC)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1 visualisation of model results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Bonus marks: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Pipeline used (StandardScaler + model)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Feature importance / coefficient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Learning curve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Error analysis (what did the model get wrong?)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Template — Step 1: EDA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capstone_eda.py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plt, seaborn as sns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pd.read_csv("your_dataset.csv")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print(f"Shape: {df.shape}")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print(df.info())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Missing values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df.isnull().sum())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EDA dashboard (4 charts minimum)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plt.subplots(2, 2, figsize=(12,10))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 of target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axes[0,0].hist(df["target"], bins=15, color="#00dcb4")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axes[0,0].set_title("Target Distribution")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 heatmap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sns.heatmap(df.corr(numeric_only=True),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annot=True, ax=axes[1,1], fmt=".2f",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cmap="coolwarm")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axes[1,1].set_title("Correlations")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plt.savefig("eda.png")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is non-negotiable. A model trained on poorly understood data will have hidden biases and fail in production. Always spend more time on EDA than you think you need.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Template — Step 2: Preprocessing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capstone_prep.py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Clean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df.dropna(subset=["target"])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df["age"].fillna(df["age"].median(), inplace=True)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Feature engineering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df["ratio"] = df["feature_a"] / (df["feature_b"] + 1)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df["is_high"] = (df["feature_a"] &gt; df["feature_a"].median()).astype(int)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Encode categoricals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pd.get_dummies(df, columns=["category_col"],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drop_first=True)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feature_cols = [c for c in df.columns if c != "target"]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df[feature_cols]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df["target"]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X_train,X_test,y_train,y_test = train_test_split(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stratify=y if y.nunique() &lt; 20 else None)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print(f"Train: {X_train.shape}, Test: {X_test.shape}")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stratify=y for classification to ensure both train and test sets have the same class proportions. Drop-first in get_dummies avoids the dummy variable trap.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Template — Step 3: Model &amp; Tune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capstone_model.py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GridSearchCV, cross_val_score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classification_report, roc_auc_score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pipeline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("scaler", StandardScaler()),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("clf",    RandomForestClassifier(random_state=42)),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"clf__n_estimators": [100, 200],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"clf__max_depth":    [5, 10, None],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GridSearchCV(pipe, param_grid, cv=5,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scoring="f1", n_jobs=-1)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grid.fit(X_train, y_train)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print("Best params:", grid.best_params_)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grid.predict(X_test)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grid.predict_proba(X_test)[:,1]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y_pred))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print(f"AUC: {roc_auc_score(y_test, y_prob):.4f}")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GridSearchCV is the professional way to tune ML models. The clf__ prefix tells GridSearchCV the parameter belongs to the 'clf' step in the pipeline.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Day — What to Cover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Data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are you solving? Who would use this? What's the dataset — how many rows, features, classes? What challenges did you find in the data?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Insights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3 charts. Tell a story: 'I found that X correlates with Y, which suggests...' Never show a chart without explaining what it means.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table comparing 2+ models. Explain why you chose the final model. Show accuracy/F1/AUC and what they mean for the real problem.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Learned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you? What would you do differently? What would you add with more time? Where could this model be deployed?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Results Report — Clean Output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results_report.py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(accuracy_score, f1_score,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roc_auc_score, mean_absolute_error, r2_score)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evaluate_classifiers(models, X_test, y_test):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"""Print a clean comparison table."""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[]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model in models.items():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y_pred = model.predict(X_test)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y_prob = model.predict_proba(X_test)[:,1]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results.append({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"Model":    name,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"Accuracy": round(accuracy_score(y_test,y_pred),4),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"F1":       round(f1_score(y_test,y_pred),4),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"AUC":      round(roc_auc_score(y_test,y_prob),4),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pd.DataFrame(results)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df.sort_values("F1", ascending=False)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print(df.to_string(index=False))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models = {"LogReg": lr, "RF": rf, "Tree": dt}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evaluate_classifiers(models, X_test, y_test)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comparison table makes your presentation professional. sort_values shows the best model at the top. Always report at least 3 metrics — accuracy alone is never enough.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Titanic model achieves 80% accuracy. Your classmate's model achieves 78% accuracy but has AUC=0.88 vs your AUC=0.72. Whose model is better?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— higher accuracy means better model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classmate's — AUC better reflects the model's discriminative ability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equal — accuracy and AUC measure different things and can't be compared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— both need to achieve at least 90% to be useful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 — Understanding Your Model's Failures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error_analysis.py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y_test_arr = np.array(y_test)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y_pred_arr = np.array(y_pred)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misclassified samples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wrong_idx = np.where(y_test_arr != y_pred_arr)[0]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print(f"Wrong: {len(wrong_idx)} / {len(y_test_arr)}"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 ({100*len(wrong_idx)/len(y_test_arr):.1f}%)")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 misclassified 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wrong_df = X_test.iloc[wrong_idx].copy()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wrong_df["true_label"] = y_test_arr[wrong_idx]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wrong_df["predicted"]  = y_pred_arr[wrong_idx]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wrong_df["confidence"] = grid.predict_proba(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X_test.iloc[wrong_idx])[:,1].round(3)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by confidence — most wrong predictions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wrong_df = wrong_df.sort_values("confidence",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ascending=False)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print(wrong_df.head(10))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Are there patterns in the errors?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feature values — wrong cases:")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print(wrong_df.describe().loc["mean"])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is the most important step after getting initial results. Patterns in errors reveal systematic biases — maybe the model fails on a specific age group, income range, or image brightness.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Deploying a Model — Saving &amp; Serving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model_deployment.py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joblib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the trained pipeline (scaler + model)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joblib.dump(grid, "model.pkl")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print("✅ Model saved as model.pkl")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and predict new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= joblib.load("model.pkl")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incoming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new_data = pd.DataFrame({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[25, 35, 45],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"fare": [12.5, 50.0, 100.0],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"pclass": [3, 2, 1],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"sex_male": [1, 0, 1],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loaded.predict(new_data)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probabilities = loaded.predict_proba(new_data)[:,1]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(pred, prob) in enumerate(zip(predictions, probabilities)):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= "Survived" if pred == 1 else "Did not survive"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print(f"Passenger {i+1}: {label} ({prob:.1%} confidence)")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joblib.dump() saves the entire pipeline — scaler + model + all learned parameters. Load with joblib.load() and predict directly. This is how models go to production.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Complete Capstone Project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Choose a dataset (Titanic recommended, or bring your own)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Complete full pipeline: EDA → Clean → Feature Engineer → Train → Evaluate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Compare at least 2 models using cross-validation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Tune the best model with GridSearchCV in a Pipeline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Report: accuracy/F1/AUC, confusion matrix, feature importance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Prepare a 5-minute presentation: problem, EDA insights, results, lessons learned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EDA: 4 charts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compared: 2+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F1: your 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Presentation: 5 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🎓 Certificate earned!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Extension: Deploy Your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Save your best model with joblib.dump('model.pkl')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Write a predict() function that loads the model and accepts new input as a dict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Test it: create 3 new made-up passengers/examples and get predictions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Wrap in a simple menu: user inputs features → model prints prediction + confidence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Bonus: Use Flask to serve predictions at http://localhost:5000/predict as a JSON API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saved: model.pkl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1: Survived (78% confidence)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2: Did not survive (34%)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API running at localhost:5000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The 6-step pipeline works for every ML project: define → collect → prepare → train → evaluate → deploy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Always compare multiple models with cross-validation — never trust a single split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Pipeline prevents data leakage; GridSearchCV finds the best hyperparameters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Error analysis reveals WHERE and WHY the model fails — always do this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You can now build, evaluate, tune and deploy real ML models 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done! What's next?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apps, Deep Learning specialisation, Kaggle competitions, or apply ML to your own domain — electrical engineering, manufacturing, or beyond!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complete capstone: .ipynb or .py, EDA charts, model comparison table, ROC curve, and saved model.pkl. Prepare your 5-minute presentation.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— Your ML Career Path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next_steps.py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You've completed ML Fundamentals!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Here's the path forward: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🌐 Web Deployment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flask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an API that serves your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host on Railway, Render, or AWS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📊 Advanced 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xgboost lightgbm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XGBoost wins most Kaggle tabular competitions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xgb.XGBClassifier(n_estimators=500)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🤖 NLP — Text &amp; Language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transformers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transformers import pipeline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sentiment analysis, text generation, Q&amp;A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🖼️ Computer Vision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Object detection (YOLO), segmentation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pip install ultralytics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🏆 Compete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kaggle.com — free datasets + competitions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"Getting started" competitions for beginners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🎓 Your next codencode course: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Advanced ML &amp; Deep Learning Specialisation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all the fundamentals. Every advanced topic — NLP, computer vision, time series, reinforcement learning — builds directly on what you've learned. Pick your direction and keep building.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10 — Capstone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10</dc:title>
  <dc:subject>PptxGenJS Presentation</dc:subject>
  <dc:creator>PptxGenJS</dc:creator>
  <cp:lastModifiedBy>PptxGenJS</cp:lastModifiedBy>
  <cp:revision>1</cp:revision>
  <dcterms:created xsi:type="dcterms:W3CDTF">2026-03-11T14:31:04Z</dcterms:created>
  <dcterms:modified xsi:type="dcterms:W3CDTF">2026-03-11T14:31:04Z</dcterms:modified>
</cp:coreProperties>
</file>