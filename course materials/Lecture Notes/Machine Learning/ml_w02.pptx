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for Data Science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numerical arrays — the foundation of all ML in Python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Create and manipulate NumPy arrays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Perform vectorised operations without loops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array slicing, reshaping and broadcasting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NumPy? Lists vs Arrays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Speed and convenience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lists are flexible but slow for maths.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arrays are fast, memory-efficient, and vectorised.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All items must be the same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Fixed size (more efficient memory)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Operations apply to ALL elements at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100–1000x faster than Python loops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ML: every dataset, every model weight, every prediction is ultimately a NumPy array.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numpy_intro.py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list — slow for maths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scores_list = [72, 85, 91, 68, 79]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doubled_list = [s * 2 for s in scores_list]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NumPy array — fast and clean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np.array([72, 85, 91, 68, 79])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scores * 2        # vectorised!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print(scores)       # [72 85 91 68 79]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print(doubled)      # [144 170 182 136 158]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print(scores.mean())  # 79.0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print(scores.max())   # 91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print(scores.std())   # 8.28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Arrays — Many Ways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create_arrays.py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a list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4, 5])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Sequences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np.arange(0, 10, 2)    # [0 2 4 6 8]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np.linspace(0, 1, 5)   # [0. .25 .5 .75 1.]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Filled arrays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  = np.zeros((3, 4))   # 3×4 of 0s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   = np.ones((2, 3))    # 2×3 of 1s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    = np.eye(3)           # 3×3 identity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  = np.random.rand(3,3) # random 0–1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array (matrix)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np.array([[1,2,3],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[4,5,6],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[7,8,9]])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print(matrix.shape)  # (3, 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print(matrix.dtype)  # int64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np.arange is like range() but returns an array. np.linspace gives evenly spaced floats. Shape tells you the dimensions — critical for understanding ML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 &amp; Slicing Arrays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Accessing parts of arrays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slicing extends Python's list syntax to multiple dimensions.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arrays: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arr[0]     → first element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arr[-1]    → last element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arr[1:4]   → index 1,2,3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arr[::2]   → every other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arrays (rows, cols):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arr[0]     → entire first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arr[0, 1]  → row 0, col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arr[:, 1]  → all rows, col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arr[1:3, :2] → rows 1-2, cols 0-1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indexing: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arr[arr &gt; 80]  → values &gt; 80 only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slicing.py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np.array([72, 85, 91, 68, 79, 95, 63])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print(scores[0])            # 72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print(scores[-1])           # 63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print(scores[1:4])          # [85 91 68]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print(scores[scores &gt; 80])  # [85 91 95]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slicing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np.array([[1,2,3],[4,5,6],[7,8,9]])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print(data[0])         # [1 2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print(data[:, 1])      # [2 5 8] — col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print(data[0:2, 1:3])  # [[2 3],[5 6]]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NumPy Operations for ML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&amp; Reshape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arr.shape → (rows, cols). arr.reshape(2,6) changes dimensions. arr.flatten() → 1D. Essential before feeding data to models.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mean(), std(), sum(), min(), max(), argmax(). Add axis=0 for column-wise, axis=1 for row-wise operations.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Vectorised Maths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- * / work element-wise. np.dot() for matrix multiply. np.sqrt(), np.log(), np.exp() apply to every element.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Concat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np.vstack() stacks rows. np.hstack() stacks columns. np.concatenate() joins along any axis. Used when building datasets.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for a Mini Dataset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Simulated student dataset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Columns: [study_hours, sleep_hours, score]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[6, 8, 85],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[3, 6, 60],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[8, 7, 92],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[2, 5, 45],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[5, 7, 78],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[7, 8, 88],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 = data[:, 0]   # study hours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data[:, 2]   # score column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print("Avg study hours:", hours.mean())   # 5.17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print("Avg score:      ", scores.mean())  # 74.67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print(np.corrcoef(hours, scores)[0,1])   # 0.987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Students who scored above average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scores.mean()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print("Above average:", data[scores &gt; avg])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np.corrcoef shows correlation between two variables. 0.987 means study hours and scores are very strongly positively correlated — exactly what we'd expect.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arr = np.array([10,20,30,40,50]), what does arr[1:4] return?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[10, 20, 30]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[20, 30, 40]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[20, 30, 40, 50]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[10, 20, 30, 40]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Broadcasting — NumPy's Superpower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Operations on different-sized arrays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Broadcasting allows NumPy to perform operations between arrays of different shapes without copying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rule: dimensions are compared from the right. A dimension of 1 is stretched to match.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used constantly in ML: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Subtracting the mean from every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Normalising data (subtract mean, divide std)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Adding a bias term to every sample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formula: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X_norm = (X - X.mean()) / X.std()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broadcasting.py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np.array([72, 85, 91, 68, 79])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Scalar broadcasting (most common)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 + 5)     # add 5 to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 * 1.1)   # multiply 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Normalisation (very common in ML)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np.array([[1,2,3],[4,5,6],[7,8,9]])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X_norm = (X - X.mean(axis=0)) / X.std(axis=0)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print(X_norm.round(2))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column now has mean≈0, std≈1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Reshape &amp; Stacking — Preparing ML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reshape_stack.py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Reshape: change dimensions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np.arange(12)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print(arr)              # [0 1 2 3 4 5 6 7 8 9 10 11]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 = arr.reshape(3,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print(mat.shape)        # (3,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Flatten back to 1D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mat.flatten()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print(flat.shape)       # (12,)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Stack arrays (building datasets)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 = np.array([6, 8, 85])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 = np.array([3, 6, 60])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student3 = np.array([8, 7, 92])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np.vstack([student1, student2, student3])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print(dataset.shape)    # (3, 3)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new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= np.array([[1],[2],[3]])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np.hstack([ids, dataset])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print(full)  # each row: [id, hours, sleep, score]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reshape() changes array dimensions without copying data. vstack() and hstack() are used constantly in ML to build datasets by combining arrays of features.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Arrays — Generating Synthetic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random_data.py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     # reproducible results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Uniform distribution (between 0 and 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np.random.rand(5)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print(u)               # [0.37 0.95 0.73 ...]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 distribution (mean=0, std=1)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np.random.randn(5)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print(n)               # [-0.23  1.76 ...]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integers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 = np.random.randint(1, 7, size=10)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print(dice)            # [6 1 4 2 5 ...]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synthetic ML dataset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 = np.random.uniform(1, 10, 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= np.random.normal(0, 5, 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study_hours * 8 + 20 + noise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np.clip(scores, 0, 100)   # cap at 0-100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print(f"Mean: {scores.mean():.1f}")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print(f"Std:  {scores.std():.1f}")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np.random.seed() makes results reproducible — essential in ML experiments so others can replicate your results. np.clip() constrains values to a range.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Math Operations — ML Essentials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math_ops.py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Element-wise operations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4, 9, 16, 25])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print(np.sqrt(a))      # [1. 2. 3. 4. 5.]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print(np.log(a))       # natural log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print(np.exp(a))       # e^x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Matrix multiplication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np.array([[1,2],[3,4]])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np.array([[5,6],[7,8]])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print(np.dot(A, B))    # matrix product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[[19 22]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[43 50]]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 along axes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np.array([[1,2,3],[4,5,6]])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print(data.sum())         # 21 (all)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print(data.sum(axis=0))   # [5 7 9] (col sums)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print(data.sum(axis=1))   # [6 15] (row sums)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argmax — index of maximum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np.array([72, 85, 91, 68, 79])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print(np.argmax(scores))   # 2 (index of 91)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np.dot() is the matrix multiply used inside every neural network layer. axis=0 means 'across rows' (column operation); axis=1 means 'across columns' (row operation).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Analyse a Student Dataset with NumPy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10-row NumPy array with 3 columns: study_hours, attendance_%, score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Use slicing to extract each column separately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Calculate: mean, max, min and std for study_hours and score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Use boolean indexing to find all students who scored above 75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Normalise the score column: (score - mean) / std and print the result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Use np.corrcoef() to find correlation between study_hours and score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score: 76.4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score: 95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above 75: 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 scores: [-0.8  1.2  0.3 ...]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Correlation: 0.94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Simulate &amp; Analyse a 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 np.random.seed(42) then generate 50 synthetic students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study_hours = np.random.uniform(1, 10, 50)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scores = study_hours * 8 + 20 + np.random.normal(0, 5, 50) then clip to 0-100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Find: mean, std, min, max of both arrays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Find how many students scored above 70 using boolean indexing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Reshape scores into a (10, 5) matrix and find column-wise means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 hours mean: ~5.5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mean: ~64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 70: ~28 students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Reshaped: (10,5) matrix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NumPy arrays are faster than lists for numerical operations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Vectorised operations replace loops — cleaner and much faster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Slicing: arr[row, col], arr[arr &gt; value] for boolean indexing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shape, reshape, flatten are essential for ML data preparation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Normalisation (subtract mean, divide std) is used in nearly every ML project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Pandas &amp; Data Analysis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use Pandas DataFrames to load, explore and clean real datasets — the most important data science skill.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student dataset analysis. Include all 6 steps. Plot a scatter chart of study_hours vs score using matplotlib (bonus). Submit your .py or .ipynb file.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arrays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np.array([]), np.zeros((r,c)), np.ones((r,c)), np.eye(n), np.arange(start,stop,step), np.linspace(start,stop,n)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&amp; index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arr[0], arr[-1], arr[1:4], arr[::2], arr[arr&gt;80], arr[0,1], arr[:,1], arr[1:3,:2]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 &amp; stats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mean(), std(), sum(), max(), min(), argmax(), np.dot(), np.sqrt(), np.log(), np.exp(), np.corrcoef()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 &amp; stack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reshape(), flatten(), vstack(), hstack(), concatenate(). axis=0 → rows, axis=1 → cols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02 — NumPy for Data Science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2</dc:title>
  <dc:subject>PptxGenJS Presentation</dc:subject>
  <dc:creator>PptxGenJS</dc:creator>
  <cp:lastModifiedBy>PptxGenJS</cp:lastModifiedBy>
  <cp:revision>1</cp:revision>
  <dcterms:created xsi:type="dcterms:W3CDTF">2026-03-11T14:30:54Z</dcterms:created>
  <dcterms:modified xsi:type="dcterms:W3CDTF">2026-03-11T14:30:54Z</dcterms:modified>
</cp:coreProperties>
</file>