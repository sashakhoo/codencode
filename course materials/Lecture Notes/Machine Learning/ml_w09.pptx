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C792EA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Deployment with Streamlit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your trained model into a shareable web app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Save and load a trained model using joblib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Build an interactive prediction app with Streamlit sliders and inputs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Deploy your app to Streamlit Cloud with a live public URL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CNNs for Images?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Dense layers fail at images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28×28 greyscale image = 784 numbers.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224×224 colour image = 150,528 numbers.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Dense layers for images: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Too many parameters — slow, overfits easily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Ignores spatial structure — nearby pixels ARE related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Not translation invariant — a cat on the left is different to the model than a cat on the right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solve this with: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Convolution — learned filters detect edges, shapes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Pooling — reduces size while keeping key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Weight sharing — same filter slides across whole image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image_as_array.py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5×5 greyscale image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 0,  0,  0,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255,255,255,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255,  0,255,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255,255,255,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  0,  0,  0,  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print("Shape:", image.shape)   # (5, 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print("Values:", image.min(), "to", image.max())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images: (height, width, channels)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Greyscale: (28, 28,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Colour RGB: (224, 224,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img_rgb = np.random.randint(0,256,(224,224,3))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print("RGB shape:", img_rgb.shape)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Convolution Works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Filters sliding across the image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convolution filter (kernel) is a small matrix (e.g. 3×3) that slides across the image.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position: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Multiply element-wise with the image patch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Sum the results → one output pixel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filters detect different features: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Vertical edge filter → detects vertical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Horizontal edge filter → horizontal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Blur filter → smooths noise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Sharpen filter → enhances edges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CNN, the filters are LEARNED during training — the network discovers which filters are most useful.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convolution_demo.py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simple 5×5 image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[0,0,0,0,0],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[0,1,1,1,0],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[0,1,0,1,0],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[0,1,1,1,0],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[0,0,0,0,0],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dtype=float)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Vertical edge detector (3×3 Sobel filter)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v_filter =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[-1, 0, 1],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[-2, 0, 2],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[-1, 0, 1],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convolution (just to understand)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np.zeros((3, 3))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j in range(3):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patch = image[i:i+3, j:j+3]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out[i,j] = (patch * v_filter).sum()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CNN with Keras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cnn_mnist.py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MNIST (28×28 handwritten digits, 10 classes)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(X_train,y_train),(X_test,y_test) = keras.datasets.mnist.load_data()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Normalise and reshape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X_train.reshape(-1,28,28,1) / 255.0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X_test.reshape(-1,28,28,1)  / 255.0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Conv2D: 32 filters of 3×3, ReLU activation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keras.layers.Conv2D(32,(3,3),activation='relu',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input_shape=(28,28,1)),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keras.layers.MaxPooling2D(2,2),   # halve spatial size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keras.layers.Conv2D(64,(3,3),activation='relu'),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keras.layers.MaxPooling2D(2,2),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keras.layers.Flatten(),           # → 1D vector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keras.layers.Dense(128,activation='relu'),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keras.layers.Dropout(0.3),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keras.layers.Dense(10,activation='softmax'),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model.summary()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 learns 32 feature-detecting filters. MaxPooling2D halves the spatial dimensions, reducing parameters. Flatten converts the 2D feature maps into a 1D vector for the Dense layers.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&amp; Evaluating the CNN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train_cnn.py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(X_train,y_train),(X_test,y_test) = keras.datasets.mnist.load_data()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X_train.reshape(-1,28,28,1)/255.0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X_test.reshape(-1,28,28,1)/255.0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build model as before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loss='sparse_categorical_crossentropy',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metrics=['accuracy'])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early_stop = keras.callbacks.EarlyStopping(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monitor='val_accuracy', patience=3,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restore_best_weights=True)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model.fit(X_train, y_train,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epochs=15,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batch_size=128,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validation_split=0.1,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callbacks=[early_stop],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verbose=1)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test_loss, test_acc = model.evaluate(X_test, y_test)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accuracy: {test_acc:.4f}")  # ~0.992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sparse_categorical_crossentropy for integer labels with 3+ classes. batch_size=128 is common for CNNs. MNIST is easy — expect ~99% accuracy. Real datasets are much harder.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Architecture Explained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spatial filters. Conv2D(32,(3,3)) = 32 filters of size 3×3. Each filter detects a different local pattern (edge, curve, texture).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MaxPooling2D(2,2) takes the max value in each 2×2 block, halving width and height. Reduces parameters and makes features translation-invariant.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the 2D feature map (e.g. 5×5×64) into a 1D vector (1600) so Dense layers can process it.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Dropout(0.3) after the first Dense layer. Crucial for CNNs — they have millions of parameters and overfit easily.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Visualising Predictions &amp; Errors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visualise_preds.py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confusion_matrix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predictions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model.predict(X_test).argmax(axis=1)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Confusion matrix (10×10 for MNIST)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= confusion_matrix(y_test, y_pred)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figsize=(14,5))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sns.heatmap(cm, annot=True, fmt='d',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cmap='Blues', ax=axes[0])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axes[0].set_title("Confusion Matrix")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misclassified examples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= np.where(y_pred != y_test)[0]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range(6):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 = plt.subplot(2,6, i+7)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ax.imshow(X_test[wrong[i]].reshape(28,28),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cmap='gray')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ax.set_title(f"True:{y_test[wrong[i]]}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Pred:{y_pred[wrong[i]]}")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ax.axis('off')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plt.savefig("predictions.png")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Plotting misclassified examples reveals which digit pairs are easily confused (e.g. 4 vs 9, 3 vs 8). The confusion matrix shows the full picture across all 10 classes.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— Don't Train from Scratch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Leveraging pre-trained models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CNNs from scratch requires: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Millions of images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Hours/days of GPU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Expert architecture design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solution: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model pre-trained on ImageNet (1.2M images, 1000 classes) and fine-tune it on your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pre-trained models: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MobileNetV2  — fast, mobile-friendly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ResNet50     — high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EfficientNet — state-of-the-art efficiency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VGG16        — simple architecture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100–1000 images, not millions.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transfer_learning.py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MobileNetV2 pre-trained on ImageNet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base_model = keras.applications.MobileNetV2(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input_shape=(224,224,3),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include_top=False,     # remove final 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weights='imagenet'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base_model.trainable = False  # freeze base layers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our own classifier on 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base_model,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keras.layers.GlobalAveragePooling2D(),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keras.layers.Dense(128, activation='relu'),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keras.layers.Dense(2, activation='softmax'),  # our 2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print("Trainable params:", sum(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p.numpy().size for p in model.trainable_variables))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CNN, what does MaxPooling2D(2,2) do to a 28×28 feature map?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Doubles the spatial size to 56×56 by adding new pixels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it to 14×14 by taking the maximum value in each 2×2 block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 2×2 convolution filter to detect local patterns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2 rows and 2 columns from the border of the feature map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 — More Data for Free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data_augmentation.py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Augment training images to prevent overfitting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epoch sees slightly different versions of images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keras.layers.RandomFlip("horizontal"),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keras.layers.RandomRotation(0.1),      # ±10%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keras.layers.RandomZoom(0.1),          # ±10%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keras.layers.RandomTranslation(0.1,0.1),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during training only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augment,                     # only active during training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keras.layers.Conv2D(32,(3,3),activation='relu',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     input_shape=(28,28,1)),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keras.layers.MaxPooling2D(2,2),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keras.layers.Conv2D(64,(3,3),activation='relu'),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keras.layers.MaxPooling2D(2,2),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keras.layers.Flatten(),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keras.layers.Dense(128,activation='relu'),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keras.layers.Dropout(0.4),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keras.layers.Dense(10,activation='softmax'),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creates random variations of training images (flips, rotations, zooms). The model sees slightly different images each epoch, preventing memorisation. Only apply to training data, not test.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Preprocessing Pipeline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image_pipeline.py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Common image preprocessing steps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 and resize (for real image files)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img = keras.utils.load_img('cat.jpg', target_size=(224,224))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 = keras.utils.img_to_array(img)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Normalise pixel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A: divide by 255 → range 0-1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X_norm = X_train / 255.0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B: subtract mean, divide std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X_std = (X_train - X_train.mean()) / X_train.std()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C: model-specific preprocessing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keras.applications.mobilenet_v2.preprocess_input(x)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Reshape for CNN: (samples, H, W, channels)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X_cnn = X_train.reshape(-1, 28, 28, 1) / 255.0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One-hot encode labels (if needed)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y_onehot = keras.utils.to_categorical(y_train, 10)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print("X shape:", X_cnn.shape)       # (60000,28,28,1)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 shape:", y_onehot.shape)    # (60000,10)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is critical — wrong normalisation will cause training to fail or be very slow. Always reshape images to (samples, H, W, channels) before passing to Conv2D.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Train a CNN on MNIST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MNIST with keras.datasets.mnist.load_data(). Print shape and a sample image.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Normalise and reshape: (60000,28,28,1) / 255.0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Build CNN: Conv2D(32)→MaxPool→Conv2D(64)→MaxPool→Flatten→Dense(128)→Dropout→Dense(10,softmax)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Compile and train for 10 epochs with EarlyStopping(patience=3)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Evaluate and print test accuracy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Plot a confusion matrix and show 6 misclassified examples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accuracy: ~0.99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 saved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wrong examples shown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 at epoch ~7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Transfer Learning Experiment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CIFAR-10 (colour images, 10 classes) using keras.datasets.cifar10.load_data()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Build a small CNN from scratch and train for 10 epochs — record accuracy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Load MobileNetV2(include_top=False, weights='imagenet') with base frozen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Add GlobalAveragePooling2D → Dense(64) → Dense(10, softmax)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Compile and train for 10 epochs — compare accuracy with scratch model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 CNN: ~65% accuracy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 Learning: ~80%+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 wins even with frozen weights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Images are 3D arrays (H, W, channels) — CNNs are designed for this structure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Convolution learns spatial filters; pooling reduces size — both share weights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CNN architecture: Conv2D → MaxPool → (repeat) → Flatten → Dense → Output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Transfer Learning reuses ImageNet-trained features — works with few images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Data augmentation (flips, rotations, zoom) prevents overfitting on small datasets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10: Capstone Project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build a complete end-to-end ML system — from data loading to trained model to evaluation — on a dataset of your choice.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MNIST CNN with 99%+ test accuracy. Include training curves, confusion matrix, and 6 misclassified examples. Describe what confuses the model.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Conv2D(filters,(kH,kW),activation='relu',input_shape=(H,W,C)). 32 or 64 filters. 3×3 is the standard kernel size.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MaxPooling2D(2,2) halves H and W. Place after every Conv2D pair. Reduces overfitting and computation.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keras.Sequential([RandomFlip('horizontal'), RandomRotation(0.1), RandomZoom(0.1)]). Add as first layer. Augments training only.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trf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keras.applications.MobileNetV2(include_top=False, weights='imagenet'). Freeze base_model.trainable=False. Add custom head.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09 — Model Deployment with Streamlit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9</dc:title>
  <dc:subject>PptxGenJS Presentation</dc:subject>
  <dc:creator>PptxGenJS</dc:creator>
  <cp:lastModifiedBy>PptxGenJS</cp:lastModifiedBy>
  <cp:revision>1</cp:revision>
  <dcterms:created xsi:type="dcterms:W3CDTF">2026-03-11T14:31:04Z</dcterms:created>
  <dcterms:modified xsi:type="dcterms:W3CDTF">2026-03-11T14:31:04Z</dcterms:modified>
</cp:coreProperties>
</file>