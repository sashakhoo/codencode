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05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Models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continuous values with Linear and Polynomial Regression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Implement Linear Regression with scikit-learn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Evaluate models using MAE, MSE and R² score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Apply Polynomial Regression for non-linear relationships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Regression?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Predicting a continuous output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finds a mathematical relationship between input features and a continuous output.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assumes: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= m*x + 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 = what we predict (score, price, temp)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  = our feature (study_hours, size, date)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  = slope (how much y changes per unit 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  = intercept (y when x = 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finds the best m and b that minimises prediction error across all training examples.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linear_reg_concept.py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Without ML — manual guessing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8 * x + 27  (we guessed m=8, b=27)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ML — algorithm finds best m and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np.array([[1],[2],[3],[4],[5],[6],[7],[8]])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np.array([35, 42, 55, 65, 72, 80, 88, 93])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model.fit(X, 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print("Slope (m):", model.coef_[0])    # ~8.6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print("Intercept (b):", model.intercept_)  # ~27.5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 — Full Pipeline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linear_regression.py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np.array([[1],[2],[3],[4],[5],[6],[7],[8],[9],[10]])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np.array([35,42,55,65,72,80,88,93,97,100])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Split: 80% train, 20% 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X_train,X_test,y_train,y_test = train_test_split(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model.predict(X_test)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Evaluate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mean_squared_error(y_test, y_pred)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= r2_score(y_test, y_pred)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print(f"MSE: {mse:.2f}")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print(f"R²:  {r2:.4f}")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complete ML pipeline for regression. train_test_split() separates data so we evaluate on unseen samples. R² close to 1 means the model explains the variance well.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Evaluation Metrics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|actual - predicted|. Same units as target. Easy to interpret. Robust to outliers. Lower is better.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Squared Error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(actual - predicted)². Penalises large errors more. Take sqrt for RMSE (same units). Lower is better.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 of variance explained by model. 1.0 = perfect, 0 = same as predicting the mean. Can be negative for very bad models.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R²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penalised for adding useless features. Use when comparing models with different numbers of features.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Linear Regression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Using several features to predict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predictions use multiple features: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 = m1*x1 + m2*x2 + m3*x3 + 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predicting a student's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x1 = study_hours  (m1 = 8.2)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x2 = sleep_hours  (m2 = 2.1)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x3 = attendance % (m3 = 0.5)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  = 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must be numeric. Categories need encoding first. Features should be scaled if on very different ranges.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multiple_regression.py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features: [study_hours, sleep, attend]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[6, 8, 90], [3, 6, 70], [8, 7, 95],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[2, 5, 60], [5, 7, 85], [7, 8, 88],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[4, 6, 75], [9, 8, 98], [1, 4, 50],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np.array([85, 60, 92, 45, 78, 88, 68, 96, 35])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X_train,X_test,y_train,y_test = train_test_split(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X,y,test_size=0.3,random_state=42)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LinearRegression().fit(X_train, y_train)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print("Coefficients:", model.coef_)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print("R²:", model.score(X_test, y_test))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Polynomial Regression — Curves Not Lines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poly_regression.py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PolynomialFeatures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Data that follows a curve, not a 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np.array([[1],[2],[3],[4],[5],[6],[7],[8]])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np.array([2, 8, 18, 30, 40, 48, 52, 53])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polynomial features: x, x², x³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 = PolynomialFeatures(degree=2)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X_poly = poly.fit_transform(X)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print(X_poly.shape)  # (8, 3): [1, x, x²]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linear regression on polynomial 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model.fit(X_poly, 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model.predict(X_poly)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print(f"R² (degree=2): {r2_score(y, y_pred):.4f}")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 still uses linear regression — we just add x² and x³ as new features. PolynomialFeatures() does this automatically. Higher degree = more complex curve.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Scaling — Why It Matters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feature_scaling.py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MinMaxScaler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np.array([[6, 8, 90],   # study_h, sleep_h, attend%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[3, 6, 70],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[8, 7, 95]])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StandardScaler: mean=0, std=1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= StandardScaler()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scaled_std = ss.fit_transform(data)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print("Standard scaled: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scaled_std.round(2))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MinMaxScaler: values between 0 and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 = MinMaxScaler()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scaled_mm = mm.fit_transform(data)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print("MinMax scaled: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scaled_mm.round(2))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Always fit on TRAIN data only!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scaler.fit_transform(X_train)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scaler.transform(X_test)  ← NO fit here!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scaling, features with large ranges (attendance: 0-100%) dominate over small ones (sleep: 0-10). StandardScaler normalises to mean=0, std=1. Always fit the scaler only on training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Linear Regression model has R² = 0.45 on training data and R² = 0.12 on test data. What is most likely happening?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 — the model is too simple for the data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— the model memorised training data and fails to generalise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performing well — both scores are acceptable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data has errors and should be discarded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Visualising Regression Results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regression_plot.py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PolynomialFeatures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np.array([[1],[2],[3],[4],[5],[6],[7],[8]])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np.array([35,42,55,65,72,80,88,93])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 = LinearRegression().fit(X, 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 = PolynomialFeatures(2)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X_p = poly.fit_transform(X)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lin_p = LinearRegression().fit(X_p, 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X_line = np.linspace(1, 8, 100).reshape(-1, 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figsize=(12, 5))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axes[0].scatter(X, y, color="#00dcb4", s=80)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axes[0].plot(X_line, lin.predict(X_line), color="#f5c842")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axes[0].set_title("Linear Regression")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axes[1].scatter(X, y, color="#00dcb4", s=80)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X_line_p = poly.transform(X_line)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axes[1].plot(X_line, lin_p.predict(X_line_p), color="#e05c7a")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axes[1].set_title("Polynomial Regression (deg=2)")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plt.savefig("regression.png")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plot your predictions against actuals. The gap between the line and the points shows your error. The polynomial curve fits the training data better — but may overfit.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Regularisation — Ridge &amp; Lasso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regularisation.py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Ridge, Lasso,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np.random.randn(100, 20)   # 20 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X[:, 0] * 3 + X[:, 1] * 2 + np.random.randn(100)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train_test_split(X, y, test_size=0.2)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model in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("Linear", LinearRegression()),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("Ridge",  Ridge(alpha=1.0)),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("Lasso",  Lasso(alpha=0.1)),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model.fit(X_tr, y_tr)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 = r2_score(y_te, model.predict(X_te))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print(f"{name:8}: R² = {r2:.4f}")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Regularisation penalises large coefficients to prevent overfitting. Ridge (L2) shrinks all coefficients. Lasso (L1) can zero out useless features entirely — automatic feature selection.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 Score Predictor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dataset: 50 students with study_hours (1-10) and scores (with noise)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Split into 80% train / 20% test using train_test_split()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Train a LinearRegression model and print the slope and intercept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Evaluate with MAE, MSE and R² score on the test set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Plot: scatter of actual data + regression line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Try PolynomialFeatures with degree=2 and compare R² scores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Slope: ~8.5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linear: ~0.87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poly:   ~0.89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 saved as predictor.png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Multi-Feature House Price Model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Create a 60-sample dataset: features = [rooms, area_sqft, age_years]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Target = price (e.g. rooms*50000 + area*100 - age*2000 + noise)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Split 80/20 and train LinearRegression with all 3 features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Apply StandardScaler to features (fit on train, transform both)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Compare R² before and after scaling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Try Ridge and Lasso — which gives the best test R²?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scaling R²: 0.93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scaling R²: 0.93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Ridge R²: 0.92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Lasso R²: 0.91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Linear Regression fits y = mx + b to minimise prediction error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Evaluate with MAE (interpretable), MSE (penalises outliers), R² (0-1)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Multiple regression uses many features: y = m1*x1 + m2*x2 + ... + 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PolynomialFeatures adds x², x³ to fit curves — watch for overfitting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Feature scaling (StandardScaler) is needed when features are on different ranges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Classification Models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build Logistic Regression, Decision Trees and Random Forests to predict categories (spam/not spam, pass/fail).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evaluate a multi-feature regression model. Include feature scaling, MAE/MSE/R² evaluation, and a plot. Submit .py file.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LinearRegression().fit(X,y).predict(X_test). coef_ gives slopes, intercept_ gives b. Works with 1 or many features.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PolynomialFeatures(degree=2).fit_transform(X) → adds x², x³. Then fit LinearRegression on the new features.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mean_absolute_error(), mean_squared_error(), r2_score() from sklearn.metrics. R²: 1=perfect, 0=baseline.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scl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StandardScaler: mean=0,std=1. MinMaxScaler: 0-1 range. Always fit on train only, then transform both train and test.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 — More Reliable Evaluation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np.random.randn(100, 3)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X[:,0]*5 + X[:,1]*2 + np.random.randn(100)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5-fold cross-validation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Splits data into 5 parts, trains+tests 5 times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cross_val_score(model, X, 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cv=5, scoring="r2")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print("R² per fold:", scores.round(3))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print("Mean R²:    ", scores.mean().round(4))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print("Std R²:     ", scores.std().round(4))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high std means the model is unstable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across different data subsets → overfit risk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better than a single train/test 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because it uses ALL data for both training and testing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gives a more reliable estimate of model performance than a single train/test split. The mean and std across folds tell you both performance and stability.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05 — Regression Models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5</dc:title>
  <dc:subject>PptxGenJS Presentation</dc:subject>
  <dc:creator>PptxGenJS</dc:creator>
  <cp:lastModifiedBy>PptxGenJS</cp:lastModifiedBy>
  <cp:revision>1</cp:revision>
  <dcterms:created xsi:type="dcterms:W3CDTF">2026-03-11T14:30:58Z</dcterms:created>
  <dcterms:modified xsi:type="dcterms:W3CDTF">2026-03-11T14:30:58Z</dcterms:modified>
</cp:coreProperties>
</file>