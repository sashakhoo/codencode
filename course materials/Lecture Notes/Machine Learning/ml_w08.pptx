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792EA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Forecasting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future values from historical sequential data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Understand what makes time series data different from tabular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Build a forecasting model using linear regression and random forest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Evaluate forecasts with MAE and visualise predictions vs actuals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Neuron to Network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How biological inspiration became an algorithm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artificial neuron: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Takes multiple inputs (x1, x2, x3...)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Multiplies each by a weight (w1, w2, w3)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Adds them up + a bias term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Passes through an activation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Outputs a single number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output = f(w1*x1 + w2*x2 + ... +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network is just many neurons arranged in layers: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Input layer — your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Hidden layers — where learning happens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Output layer — your prediction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neuron_concept.py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single_neuron(inputs, weights, bias):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"""Compute output of one artificial neuron."""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z = np.dot(weights, inputs) + bias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ReLU activation: max(0, 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output = max(0, 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output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Example: 3 inputs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 = np.array([2.0, 3.0, 1.5])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np.array([0.5, -0.2, 0.8])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   = 0.1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single_neuron(inputs, weights, bias)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print(f"Neuron output: {out:.4f}")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Functions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np.linspace(-5, 5, 200)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ReLU: most common hidden layer activation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 = np.maximum(0, x)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Sigmoid: output layer for binary classification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sigmoid = 1 / (1 + np.exp(-x))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Softmax: output layer for multi-class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softmax(z):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 = np.exp(z - z.max())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e / e.sum()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Tanh: hidden layers (range -1 to 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tanh = np.tanh(x)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3, figsize=(12,4))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axes[0].plot(x, relu,    color="#00dcb4"); axes[0].set_title("ReLU")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axes[1].plot(x, sigmoid, color="#f5c842"); axes[1].set_title("Sigmoid")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axes[2].plot(x, tanh,    color="#c792ea"); axes[2].set_title("Tanh")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plt.savefig("activations.png")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(max(0,x)) is the default for hidden layers — fast and avoids vanishing gradients. Sigmoid squashes output to 0-1 for binary classification. Softmax gives probabilities summing to 1 for multi-class.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Keras Model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first_keras.py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synthetic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np.random.randn(1000,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+ 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the network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keras.layers.Dense(64, activation='relu',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input_shape=(4,)),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keras.layers.Dense(32, 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keras.layers.Dense(1,  activation='sigmoid'),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model.summary()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Compile: choose optimizer, loss, metrics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loss='binary_crossentropy',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metrics=['accuracy'])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model.fit(X, y, epochs=30,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batch_size=32,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validation_split=0.2,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verbose=1)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stacks layers in order. Dense(64, activation='relu') is a fully-connected layer with 64 neurons. compile() sets the training algorithm. fit() trains for N epochs over your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Keras Concepts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lyrs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Dense(units, activation). Input shape set in first layer. More layers = deeper network = can learn more complex patterns.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binary_crossentropy (binary). categorical_crossentropy (multi-class). mse (regression). Loss is what the optimizer minimises.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is the default — works well for most problems. sgd is simpler. learning_rate controls how fast weights update.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Loop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epoch = 1 pass through all training data. batch_size=32 updates weights every 32 samples. validation_split holds out data for monitoring.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History — Visualising Learning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training_history.py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model.fit()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 = history.history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figsize=(12,4))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Accuracy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axes[0].plot(hist['accuracy'],     label='Train', color='#00dcb4')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axes[0].plot(hist['val_accuracy'], label='Val',   color='#f5c842')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axes[0].set_title('Accuracy'); axes[0].legend()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axes[1].plot(hist['loss'],     label='Train', color='#00dcb4')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axes[1].plot(hist['val_loss'], label='Val',   color='#f5c842')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axes[1].set_title('Loss'); axes[1].legend()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plt.savefig("training_history.png")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to look for: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Both curves converging — good fit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Train &gt;&gt; Val accuracy — overfit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Both low — underfit, need bigger network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plot training history. If validation loss starts increasing while training loss keeps falling — stop training (that's overfitting). Use EarlyStopping to detect this automatically.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Preventing Overfitting — Dropout &amp; EarlyStopping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regularise_nn.py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np.random.randn(1000, 10)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(X[:,0]+X[:,1]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keras.layers.Dense(128, activation='relu', input_shape=(10,)),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keras.layers.Dropout(0.4),    # drop 40% of neurons randomly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keras.layers.Dense(64, 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keras.layers.Dropout(0.3),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keras.layers.Dense(1, activation='sigmoid'),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loss='binary_crossentropy',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metrics=['accuracy'])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EarlyStopping: stop when val_loss stops improving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early_stop = keras.callbacks.EarlyStopping(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monitor='val_loss', patience=5,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restore_best_weights=True)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model.fit(X, y, epochs=100,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batch_size=32, validation_split=0.2,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callbacks=[early_stop], verbose=0)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print("Stopped at epoch:", len(history.history['loss']))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randomly zeros out neurons during training — the network can't rely on any single neuron, so it learns more robust features. EarlyStopping stops before overfitting and restores the best weights.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neural network training accuracy reaches 99% but validation accuracy stays at 65%. What should you try FIRST?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Dense layers to make the network deeper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the number of training epochs to 500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Dropout layers and/or reduce model complexity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from ReLU to Sigmoid activation in hidden layers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&amp; Saving a Keras Model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eval_save.py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Evaluate on test set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test_loss, test_acc = model.evaluate(X_test, y_test, verbose=0)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 accuracy: {test_acc:.4f}")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 loss:     {test_loss:.4f}")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predictions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model.predict(X_test).flatten()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(y_prob &gt; 0.5).astype(int)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y_pred,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target_names=["Class 0","Class 1"]))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the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model.save("my_model.keras")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later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loaded_model = keras.models.load_model("my_model.keras")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print("Loaded model accuracy:",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loaded_model.evaluate(X_test, y_test, verbose=0)[1])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model.predict() returns probabilities for neural networks. Threshold at 0.5 for binary. model.save() saves architecture + weights + optimizer state. load_model() restores everything.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Multi-Class Classification with Keras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multiclass_keras.py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LabelEncoder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3-class problem: Low / Medium / High performance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np.random.randn(600, 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classes based on two 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y_raw = np.select(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[X[:,0] &lt; -0.5, X[:,0] &gt; 0.5],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 2], default=1)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keras.layers.Dense(64, activation='relu', input_shape=(5,)),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keras.layers.Dense(32, 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keras.layers.Dense(3,  activation='softmax'),  # 3 outputs!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loss='sparse_categorical_crossentropy',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metrics=['accuracy'])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y_raw, epochs=30, batch_size=32,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validation_split=0.2, verbose=0)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print("Test acc:", model.evaluate(X, y_raw, verbose=0)[1])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multi-class: output layer has N neurons (one per class) with softmax. Loss is sparse_categorical_crossentropy when labels are integers; categorical_crossentropy when one-hot encoded.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 Binary Classifier Neural Network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Generate 1000 samples with 6 features; label = 1 if feature 0 + feature 1 &gt;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Build a Sequential model: 64→32→1 neurons, ReLU hidden, Sigmoid output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Compile with adam and binary_crossentropy, train for 50 epochs with val_split=0.2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Plot training and validation accuracy/loss curves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Add Dropout(0.3) after each Dense layer — does val accuracy improve?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Add EarlyStopping with patience=5 and report final epoch count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acc: ~0.92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acc:   ~0.88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Dropout: reduced overfit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 at epoch ~35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Regression Neural Network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Generate 500 samples: features = [study_hours, sleep, attendance]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Target = score (continuous, not binary)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Build Sequential model with linear output (no activation on last layer)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Compile with loss='mse', metrics=['mae']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Train and plot loss history — is MSE decreasing?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Compare final MAE with Linear Regression from Week 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 MAE: ~5.2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LinReg MAE: ~5.5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 slightly better on non-linear data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Neurons compute weighted sums then apply an activation function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Keras Sequential stacks Dense layers — ReLU for hidden, sigmoid/softmax for output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compile() sets optimizer, loss and metrics; fit() trains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Dropout randomly disables neurons during training to prevent overfitting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EarlyStopping monitors validation loss and stops before it worsens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Convolutional Neural Networks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apply deep learning to images — building a CNN that can classify handwritten digits (MNIST).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binary classifier: architecture diagram, training curves, accuracy with and without Dropout, and EarlyStopping epoch count.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keras.Sequential([Dense(64,'relu'), Dense(32,'relu'), Dense(1,'sigmoid')]). input_shape=(n,) in first layer.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model.compile(optimizer='adam', loss='binary_crossentropy', metrics=['accuracy']). mse for regression.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model.fit(X,y, epochs=50, batch_size=32, validation_split=0.2, callbacks=[early_stop])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Regularise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Dropout(0.3) between Dense layers. EarlyStopping(monitor='val_loss',patience=5,restore_best_weights=True).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— How Neural Nets Learn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backprop_concept.py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Backpropagation: the core training algorithm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don't code this — Keras does it for you.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 understanding it helps you debug problems.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 pass: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→ Layer 1 → Layer 2 → Output (ŷ)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ŷ with true y → compute loss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Backward pass: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loss → how much did each weight contribute?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gradient = d(loss)/d(weight)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Update: weight = weight - lr * gradient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called gradient descent.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flavours: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Batch GD:    use ALL data each step (slow)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SGD:         use 1 sample each step (noisy)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Mini-batch:  use batch_size samples (default)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Adam optimizer = SGD + momentum + adaptive lr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It's almost always the best choice.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Learning rate (lr):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 high → jumps around, may diverge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 low  → very slow to converge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0.001 works for most problems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 computes how much each weight contributed to the loss, then nudges all weights in the direction that reduces the loss. Adam does this adaptively — larger steps for small gradients, smaller steps for large ones.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08 — Time Series Forecasting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8</dc:title>
  <dc:subject>PptxGenJS Presentation</dc:subject>
  <dc:creator>PptxGenJS</dc:creator>
  <cp:lastModifiedBy>PptxGenJS</cp:lastModifiedBy>
  <cp:revision>1</cp:revision>
  <dcterms:created xsi:type="dcterms:W3CDTF">2026-03-11T14:31:00Z</dcterms:created>
  <dcterms:modified xsi:type="dcterms:W3CDTF">2026-03-11T14:31:00Z</dcterms:modified>
</cp:coreProperties>
</file>