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0"/>
            <a:ext cx="2240280" cy="5143500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85432" y="0"/>
            <a:ext cx="4114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0" y="91440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00B4D8">
                    <a:alpha val="1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8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65836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56032" y="65836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804672" y="658368"/>
            <a:ext cx="109728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658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04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56032" y="10515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Visualisation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256032" y="2121408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numbers into insight with Matplotlib and Seaborn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56032" y="2633472"/>
            <a:ext cx="6400800" cy="182880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032" y="2633472"/>
            <a:ext cx="50292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" y="269748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 you will be able to: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84048" y="303580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Create line, bar, scatter and histogram charts with Matplotlib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84048" y="345643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Choose the right chart type for the right data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84048" y="387705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Spot patterns and correlations visually before modelling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04 — Data Visualisation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Visualise? The Anscombe Quartet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Same stats, completely different data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datasets. Each has: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Mean X = 9,  Mean Y = 7.5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Variance identical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Correlation identical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Linear regression line identical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...but they look completely different when plotted.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Lesson: Never trust summary statistics alone.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Visualisations help you: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Spot outliers and errors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Find correlations between features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Understand distributions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Communicate results clearly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why_plot.py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[72,85,91,68,79,95,63,88,76,82]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Distribution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plt.hist(scores, bins=5)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plt.title("Score Distribution")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plt.xlabel("Score"); plt.ylabel("Count")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Trend over time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weeks = list(range(1,11))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plt.plot(weeks, scores, marker='o')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plt.title("Score Trend")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04 — Data Visualisation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Matplotlib Fundamentals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matplotlib_basics.py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plt.subplots(figsize=(8, 5))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np.linspace(0, 10, 100)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ax.plot(x, np.sin(x), label="sin(x)",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color="#00dcb4", linewidth=2)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ax.plot(x, np.cos(x), label="cos(x)",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color="#f5c842", linewidth=2,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linestyle="--")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ax.set_title("Sin and Cos Waves", fontsize=14)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ax.set_xlabel("x")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ax.set_ylabel("y")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ax.legend()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ax.grid(True, alpha=0.3)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plt.savefig("waves.png", dpi=150)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fig, ax = plt.subplots() gives you full control. ax.plot() draws lines. Always label axes and add a title — unlabelled charts are meaningless to the reader.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04 — Data Visualisation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Choosing the Right Chart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93852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solidFill>
            <a:srgbClr val="00DCB4">
              <a:alpha val="22000"/>
            </a:srgbClr>
          </a:solidFill>
          <a:ln w="12700">
            <a:solidFill>
              <a:srgbClr val="00DCB4">
                <a:alpha val="2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📈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77824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Chart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for: trends over time, continuous data. plt.plot(x, y). Best when x-axis represents time or ordered sequence.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658368"/>
            <a:ext cx="50292" cy="1938528"/>
          </a:xfrm>
          <a:prstGeom prst="rect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solidFill>
            <a:srgbClr val="FFCB6B">
              <a:alpha val="22000"/>
            </a:srgbClr>
          </a:solidFill>
          <a:ln w="12700">
            <a:solidFill>
              <a:srgbClr val="FFCB6B">
                <a:alpha val="2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📊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85232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Chart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91456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for: comparing categories. plt.bar(categories, values). Use horizontal bars (barh) when category names are long.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56032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2816352"/>
            <a:ext cx="50292" cy="1938528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solidFill>
            <a:srgbClr val="C792EA">
              <a:alpha val="22000"/>
            </a:srgbClr>
          </a:solidFill>
          <a:ln w="12700">
            <a:solidFill>
              <a:srgbClr val="C792EA">
                <a:alpha val="2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🔵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77824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 Plot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4048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for: relationship between two numeric variables. plt.scatter(x, y). The go-to chart for spotting correlations in ML.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63440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63440" y="2816352"/>
            <a:ext cx="50292" cy="19385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solidFill>
            <a:srgbClr val="00B4D8">
              <a:alpha val="22000"/>
            </a:srgbClr>
          </a:solidFill>
          <a:ln w="12700">
            <a:solidFill>
              <a:srgbClr val="00B4D8">
                <a:alpha val="22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📉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285232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Histogram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791456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for: distribution of a single numeric variable. plt.hist(data, bins=N). Always look at this before modelling.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04 — Data Visualisation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Scatter Plot — Spotting Correlations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scatter_demo.py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np.random.seed(42)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study_hours = np.random.uniform(1, 10, 50)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noise       = np.random.normal(0, 5, 50)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     = study_hours * 8 + 20 + noise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axes = plt.subplots(1, 2, figsize=(12,5))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Scatter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axes[0].scatter(study_hours, scores,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color="#00dcb4", alpha=0.7,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edgecolors="#080c10", s=60)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axes[0].set_xlabel("Study Hours")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axes[0].set_ylabel("Score")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axes[0].set_title("Study Hours vs Score")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Histogram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axes[1].hist(scores, bins=10,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color="#00b4d8", edgecolor="white")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axes[1].set_title("Score Distribution")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plt.tight_layout(); plt.show()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Subplots let you show multiple charts side by side. The scatter reveals a strong positive correlation. The histogram shows score distribution.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04 — Data Visualisation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Seaborn — Beautiful Statistical Plots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One line for powerful visualisations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Seaborn is built on Matplotlib but much easier for statistical charts.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Seaborn charts for ML: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sns.heatmap()     — correlation matrix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sns.pairplot()    — all vs all scatter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sns.boxplot()     — distribution + outliers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sns.histplot()    — histogram + curve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sns.barplot()     — bar with confidence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Install: pip install seaborn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use pairplot() and heatmap() at the start of every ML project — they reveal feature relationships instantly.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seaborn_demo.py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seaborn as sns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pd, matplotlib.pyplot as plt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pd.read_csv("students.csv")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Correlation heatmap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 = df[["hours","sleep","score"]].corr()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sns.heatmap(corr, annot=True,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cmap="coolwarm", fmt=".2f")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plt.title("Feature Correlations")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Box plot by grade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sns.boxplot(x="grade", y="score", data=df,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palette="Set2")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plt.title("Score Distribution by Grade")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04 — Data Visualisation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 Quiz Time!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1024128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0241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8580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Q: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32688" y="713232"/>
            <a:ext cx="7818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want to understand the relationship between a student's sleep hours and their exam score. Which chart is most appropriate?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56032" y="1883664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00DCB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032" y="1883664"/>
            <a:ext cx="621792" cy="1097280"/>
          </a:xfrm>
          <a:prstGeom prst="rect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" y="1883664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C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50976" y="1883664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chart — compare sleep hours across students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90872" y="1883664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C792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90872" y="1883664"/>
            <a:ext cx="621792" cy="1097280"/>
          </a:xfrm>
          <a:prstGeom prst="rect">
            <a:avLst/>
          </a:prstGeom>
          <a:solidFill>
            <a:srgbClr val="C792EA">
              <a:alpha val="20000"/>
            </a:srgbClr>
          </a:solidFill>
          <a:ln w="12700">
            <a:solidFill>
              <a:srgbClr val="C792EA">
                <a:alpha val="2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90872" y="1883664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9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385816" y="1883664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 plot — show relationship between two numeric variables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56032" y="3145536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FFCB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3145536"/>
            <a:ext cx="621792" cy="1097280"/>
          </a:xfrm>
          <a:prstGeom prst="rect">
            <a:avLst/>
          </a:prstGeom>
          <a:solidFill>
            <a:srgbClr val="FFCB6B">
              <a:alpha val="20000"/>
            </a:srgbClr>
          </a:solidFill>
          <a:ln w="12700">
            <a:solidFill>
              <a:srgbClr val="FFCB6B">
                <a:alpha val="2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6032" y="3145536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50976" y="3145536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 chart — show proportion of students with different sleep amounts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690872" y="3145536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90872" y="3145536"/>
            <a:ext cx="621792" cy="1097280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90872" y="3145536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385816" y="3145536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chart — show sleep hours over time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04 — Data Visualisation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EDA Dashboard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eda_dashboard.py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pd, numpy as np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plt, seaborn as sns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pd.read_csv("students.csv")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axes = plt.subplots(2, 2, figsize=(12,10))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fig.suptitle("Student EDA Dashboard", fontsize=16)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Score distribution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axes[0,0].hist(df["score"], bins=10,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color="#00dcb4", edgecolor="white")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axes[0,0].set_title("Score Distribution")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Score by grade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sns.boxplot(x="grade",y="score",data=df,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ax=axes[0,1], palette="Set2")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axes[0,1].set_title("Score by Grade")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Study hours vs score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axes[1,0].scatter(df["hours"],df["score"],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alpha=0.6, color="#f5c842")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axes[1,0].set_title("Hours vs Score")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Correlation heatmap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sns.heatmap(df.corr(numeric_only=True),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annot=True,ax=axes[1,1],fmt=".2f")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plt.tight_layout(); plt.savefig("eda.png")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2×2 dashboard gives a complete picture in one glance. This is what you'd show a stakeholder before presenting your model — it proves you understand the data.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04 — Data Visualisation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Customising Plots for Presentations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custom_plots.py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codencode brand colours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NAVY  = "#080c10"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CYAN  = "#00dcb4"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  = "#f5c842"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plt.subplots(figsize=(10, 6))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fig.patch.set_facecolor(NAVY)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ax.set_facecolor(NAVY)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np.arange(1, 11)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[72,78,81,85,83,88,91,89,94,96]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ax.bar(x, y, color=CYAN, alpha=0.85,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edgecolor=NAVY, width=0.7)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ax.set_facecolor(NAVY)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ax.tick_params(colors="white")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ax.spines[:].set_color("#1A3A6B")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ax.set_xlabel("Week", color="white")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ax.set_ylabel("Score", color="white")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ax.set_title("Learning Progress",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color=GOLD, fontsize=14)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plt.tight_layout(); plt.savefig("branded.png")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your plots to your brand makes reports look professional. Set figure/axis background colours, tick colours, spine colours and title colours independently.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04 — Data Visualisation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Seaborn pairplot &amp; Advanced Charts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advanced_seaborn.py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seaborn as sns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pd.read_csv("titanic.csv")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Pairplot — all features vs all features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sns.pairplot(df[["Age","Fare","Pclass","Survived"]],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hue="Survived",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palette={0:"#e05c7a", 1:"#00dcb4"})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plt.suptitle("Titanic Feature Relationships", y=1.02)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plt.savefig("pairplot.png"); plt.show()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Count plot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sns.countplot(x="Pclass", hue="Survived",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data=df,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palette={0:"#e05c7a", 1:"#00dcb4"})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plt.title("Survival Count by Class")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Violin plot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sns.violinplot(x="Pclass", y="Age",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hue="Survived", data=df,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split=True)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plt.title("Age Distribution by Class &amp; Survival")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pairplot() shows every feature combination in one figure — the fastest way to spot which features are predictive. hue colours points by the target variable.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04 — Data Visualisation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⌨️  Try It Yourself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07492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Build an EDA Dashboard for Titanic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33856"/>
            <a:ext cx="480060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Load the cleaned Titanic dataset from last week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Plot a histogram of passenger Ages with 15 bins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Plot a bar chart of survival count by Pclass using seaborn countplot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Plot a scatter of Age vs Fare, coloured by Survived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Create a correlation heatmap of all numeric columns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Bonus: Use sns.pairplot() on Age, Fare, Pclass and Survived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658368"/>
            <a:ext cx="3310128" cy="126187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87568" y="731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XP Reward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104241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 XP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5577840" y="2084832"/>
            <a:ext cx="3310128" cy="987552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21579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Time Limit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87568" y="24505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min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577840" y="3236976"/>
            <a:ext cx="3310128" cy="1353312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output: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87568" y="3621024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charts in dashboard.png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hist: right-skewed, peak 20-30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Pclass 1 survival highest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Fare-Pclass corr visible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04 — Data Visualisation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⌨️  Try It Yourself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07492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Bonus: Branded Chart Portfolio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33856"/>
            <a:ext cx="480060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Pick any dataset (students, Titanic, or your own)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Create 4 charts: histogram, bar, scatter, heatmap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Apply custom colours (or codencode navy/cyan/gold palette)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Add titles, axis labels, and legends to all charts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Save all 4 charts as individual PNG files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Bonus: Arrange all 4 in a 2×2 subplot figure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658368"/>
            <a:ext cx="3310128" cy="126187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87568" y="731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XP Reward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104241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XP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5577840" y="2084832"/>
            <a:ext cx="3310128" cy="987552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21579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Time Limit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87568" y="24505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min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577840" y="3236976"/>
            <a:ext cx="3310128" cy="1353312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output: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87568" y="3621024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charts saved as PNGs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have titles and labels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 colours applied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2x2 subplot created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04 — Data Visualisation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Summary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440680" cy="2834640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2834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498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What we learned today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Always visualise data before modelling — statistics alone can mislead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84048" y="15727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Line: trends. Bar: categories. Scatter: correlations. Hist: distributions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84048" y="19933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fig, ax = plt.subplots() gives full control over plots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4048" y="241401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Seaborn heatmap + pairplot are essential at the start of every ML project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84048" y="2834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A clean EDA dashboard proves you understand your data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0" y="658368"/>
            <a:ext cx="2944368" cy="283464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53328" y="7498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Next Week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53328" y="1133856"/>
            <a:ext cx="265176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5: Regression Models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build our first ML models — Linear and Polynomial Regression — to predict numeric values from features.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256032" y="3639312"/>
            <a:ext cx="8631936" cy="98755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56032" y="3639312"/>
            <a:ext cx="50292" cy="98755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" y="369417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This Week's Assignment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84048" y="4023360"/>
            <a:ext cx="6766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your Titanic EDA dashboard (4 charts). Write 3 sentences per chart describing what you observe. What patterns might be useful for predicting survival?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662672" y="3712464"/>
            <a:ext cx="1115568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62672" y="3712464"/>
            <a:ext cx="11155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 XP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04 — Data Visualisation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 Type Quick Reference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93852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solidFill>
            <a:srgbClr val="00DCB4">
              <a:alpha val="22000"/>
            </a:srgbClr>
          </a:solidFill>
          <a:ln w="12700">
            <a:solidFill>
              <a:srgbClr val="00DCB4">
                <a:alpha val="2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77824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&amp; Bar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ax.plot(x,y), ax.bar(x,y), ax.barh(x,y). Add marker='o' for points. Use label= and ax.legend() for multiple lines.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658368"/>
            <a:ext cx="50292" cy="1938528"/>
          </a:xfrm>
          <a:prstGeom prst="rect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solidFill>
            <a:srgbClr val="FFCB6B">
              <a:alpha val="22000"/>
            </a:srgbClr>
          </a:solidFill>
          <a:ln w="12700">
            <a:solidFill>
              <a:srgbClr val="FFCB6B">
                <a:alpha val="2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85232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 &amp; Hist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91456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ax.scatter(x,y,c=color,s=size,alpha=0.7). ax.hist(data,bins=N,edgecolor='white'). Great for correlations and distributions.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56032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2816352"/>
            <a:ext cx="50292" cy="1938528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solidFill>
            <a:srgbClr val="C792EA">
              <a:alpha val="22000"/>
            </a:srgbClr>
          </a:solidFill>
          <a:ln w="12700">
            <a:solidFill>
              <a:srgbClr val="C792EA">
                <a:alpha val="2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77824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Seaborn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4048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sns.heatmap(corr,annot=True). sns.boxplot(x,y,data). sns.pairplot(df,hue='target'). sns.countplot(x,hue='target').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63440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63440" y="2816352"/>
            <a:ext cx="50292" cy="19385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solidFill>
            <a:srgbClr val="00B4D8">
              <a:alpha val="22000"/>
            </a:srgbClr>
          </a:solidFill>
          <a:ln w="12700">
            <a:solidFill>
              <a:srgbClr val="00B4D8">
                <a:alpha val="22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285232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Styling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791456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set_title(), set_xlabel(), set_ylabel(), legend(), grid(alpha=0.3), tight_layout(), savefig('file.png',dpi=150).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04 — Data Visualisation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Plot Gallery — All Chart Types at a Glance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chart_gallery.py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seaborn as sns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np, pandas as pd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np.arange(10)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np.random.randint(50,100,10)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pd.DataFrame({"x":x,"y":y,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"cat":np.random.choice(["A","B"],10)})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axes = plt.subplots(2,3,figsize=(15,8))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axes[0,0].plot(x,y,marker='o'); axes[0,0].set_title("Line")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axes[0,1].bar(x,y,color="#00dcb4"); axes[0,1].set_title("Bar")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axes[0,2].scatter(x,y,c=y,cmap="cool",s=80); axes[0,2].set_title("Scatter")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axes[1,0].hist(y,bins=5,edgecolor="white"); axes[1,0].set_title("Histogram")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sns.boxplot(x="cat",y="y",data=data,ax=axes[1,1]); axes[1,1].set_title("Boxplot")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 = data[["x","y"]].corr()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sns.heatmap(corr,annot=True,ax=axes[1,2]); axes[1,2].set_title("Heatmap")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plt.tight_layout(); plt.savefig("gallery.png")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gallery shows all 6 chart types in one figure. Use it as a reference — pick the right chart for your data type and relationship you want to show.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04 — Data Visualisation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Fundamentals — Week 4</dc:title>
  <dc:subject>PptxGenJS Presentation</dc:subject>
  <dc:creator>PptxGenJS</dc:creator>
  <cp:lastModifiedBy>PptxGenJS</cp:lastModifiedBy>
  <cp:revision>1</cp:revision>
  <dcterms:created xsi:type="dcterms:W3CDTF">2026-03-11T14:30:58Z</dcterms:created>
  <dcterms:modified xsi:type="dcterms:W3CDTF">2026-03-11T14:30:58Z</dcterms:modified>
</cp:coreProperties>
</file>