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B4D8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&amp; Data Analysis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Loading, exploring and cleaning real datasets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Load CSV data into a Pandas DataFrame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Explore datasets with head, info, describe and value_counts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Filter, sort, group and handle missing values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DataFrame?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The spreadsheet of data science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DataFrame is a 2D table with labelled rows and columns — like a spreadsheet or SQL table, but in Python.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core data structures: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Series  — a single column (1D)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DataFrame — a table of Series (2D)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Pandas over NumPy?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Column names instead of numbers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Mixed data types per column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Built-in read/write CSV, Excel, 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Powerful groupby, merge, pivot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dataframe_intro.py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 ["Aisha","Wei Jie","Siti"],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"score": [92, 78, 65],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"grade": ["A", "B", "C"]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name  score grade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  Aisha     92    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Wei Jie     78    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   Siti     65     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print(df["score"])   # Series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   # (3, 3)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Loading &amp; First Look at Data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explore_data.py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pd.read_csv("students.csv")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look — always do these 5 steps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        # first 5 rows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print(df.tail(3))       # last 3 rows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      # (rows, cols)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print(df.info())        # types + nulls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    # stats summary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names and data types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print(df.columns.tolist())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print(df.dtypes)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unique values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print(df["grade"].value_counts())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   12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    18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     9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     3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5 commands — head, info, describe, value_counts, shape — are the first thing every data scientist runs on a new dataset. Always explore before modelling.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Filtering, Sorting &amp; Selecting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Getting the data you need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columns: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df["col"]        → one column (Series)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df[["c1","c2"]]  → multiple columns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rows: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df[df["score"] &gt; 80]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df[(df["score"]&gt;70) &amp; (df["pass"]==True)]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df.sort_values("score", ascending=False)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by position or label: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df.iloc[0]      → row 0 by position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df.loc[0]       → row 0 by label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df.iloc[0:3, 1:3] → slice rows+cols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filter_sort.py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pd.read_csv("students.csv")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Filter: score above 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= df[df["score"] &gt; 80]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print(f"{len(high)} students scored &gt; 80")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conditions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df[(df["score"] &gt; 80)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(df["attendance"] &gt;= 80)]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by score descending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 = df.sort_values("score", ascending=False)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print(ranked.head())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specific columns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df[["name","score","grade"]]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Missing Data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nulls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df.isnull().sum() — shows count of missing per column. df.isnull().any() — True/False per column.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nulls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df.dropna() removes rows with any null. df.dropna(subset=['score']) removes only rows where score is null.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nulls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df.fillna(0) fills with 0. df['score'].fillna(df['score'].mean()) fills with column mean — common in ML.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data types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df['score'] = df['score'].astype(int). pd.to_numeric(df['col'], errors='coerce') safely converts text columns.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Groupby — Aggregating by Category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groupby_demo.py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pd.read_csv("students.csv")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Average score by grade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avg_by_grade = df.groupby("grade")["score"].mean()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print(avg_by_grade)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   91.3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    78.6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    65.1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aggregations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df.groupby("grade").agg({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"score": ["mean","min","max","count"]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Adding a new calculated column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df["pass"] = df["score"] &gt;= 60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df["score_norm"] = (df["score"] - df["score"].mean()) / df["score"].std()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groupby().agg() is the Pandas equivalent of SQL GROUP BY — one of the most powerful tools for summarising data. Adding derived columns is as simple as assignment.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Merging &amp; Joining DataFrames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merge_demo.py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pd.DataFrame({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  [1, 2, 3, 4],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["Aisha","Wei Jie","Siti","Rajan"],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"score":[92, 78, 65, 88]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 = pd.DataFrame({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   [1, 2, 3, 4],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"class": ["A","A","B","B"],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"year":  [2, 2, 1, 1]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 (like SQL JOIN)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 = pd.merge(students, classes,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on="id", how="left")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print(merged)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Concat — stack rows together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 = pd.DataFrame({"id":[5],"name":["Farid"],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"score":[71]})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 = pd.concat([students, extra],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ignore_index=True)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print(combined)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pd.merge() joins DataFrames like SQL JOIN. how='left' keeps all rows from the left table. pd.concat() stacks DataFrames vertically — useful for combining multiple data files.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df.isnull().sum() return?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total number of rows in the DataFrame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True/False for each row showing if any value is null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 of missing values in each column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error — isnull() cannot be chained with sum()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 Data Cleaning Pipeline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clean_pipeline.py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clean_dataset(filepath):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1. Load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pd.read_csv(filepath)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print(f"Loaded: {df.shape}")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2. Check missing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print("Missing: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df.isnull().sum())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3. Fill numeric nulls with median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col in df.select_dtypes("number"):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df[col].fillna(df[col].median(), inplace=True)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4. Drop rows still missing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df.dropna(inplace=True)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5. Remove duplicates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df.drop_duplicates(inplace=True)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6. Reset index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df.reset_index(drop=True, inplace=True)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print(f"Clean: {df.shape}")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clean_dataset("students.csv")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pipeline handles the most common data issues. In real ML projects, 60–80% of time is spent on data cleaning — mastering this is essential.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— Creating New Columns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feature_eng.py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pd.read_csv("students.csv")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Derived features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df["study_efficiency"] = df["score"] / df["study_hours"]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df["passed"] = (df["score"] &gt;= 60).astype(int)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Binning continuous values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df["grade"] = pd.cut(df["score"],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bins=[0, 60, 75, 90, 100],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labels=["F","C","B","A"])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Encoding categorical → numeric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df["gender_code"] = df["gender"].map({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"M": 0, "F":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One-hot encoding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df_encoded = pd.get_dummies(df, columns=["class"])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print(df_encoded.head())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creates new informative features from existing data. It's often more impactful than choosing a fancier model. pd.cut() bins continuous values. pd.get_dummies() creates one-hot columns for categories.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 &amp; Exporting Data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save_data.py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pd.read_csv("students.csv")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cleaning and engineering ...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as CSV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df.to_csv("students_clean.csv", index=False)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as Excel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df.to_excel("students_clean.xlsx",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sheet_name="Data", index=False)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specific columns only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df[["name","score","grade"]].to_csv(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"grades_only.csv", index=False)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multiple CSVs at once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glob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= glob.glob("data/*.csv")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all_data = pd.concat(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[pd.read_csv(f) for f in files],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ignore_index=True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print(f"Combined: {all_data.shape}")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save your cleaned data — don't re-clean every time. index=False prevents pandas from saving the row numbers as a column. glob is perfect for loading multiple files at once.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Explore &amp; Clean a Real Dataset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Download the Titanic dataset (titanic.csv) from Kaggle or use the provided file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Run all 5 exploration commands: head, info, describe, value_counts, shape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Identify columns with missing values and decide: fill or drop each one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Apply your cleaning pipeline — fill Age with median, drop Cabin, fill Embarked with mode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Use groupby to find survival rate by passenger class (Pclass)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Bonus: Add a column 'FamilySize' = SibSp + Parch + 1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Loaded: (891, 12)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Missing: Age:177, Cabin:687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Clean: (889, 11)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Survival by class: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1    0.63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2    0.47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3    0.24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Bonus: Merge &amp; Feature Engineering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Create two DataFrames: students (name, score) and extras (name, study_hours, sleep_hours)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Merge them on 'name' using pd.merge()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Add derived columns: study_efficiency = score/study_hours, passed = score &gt;= 60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Add a 'grade' column using pd.cut() with bins [0,60,75,90,100]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Group by grade and find mean score, mean study_hours, and pass count per grade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Merged: (5, 5)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 efficiency added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bins: F/C/B/A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summary printed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DataFrames are labelled 2D tables — the core of data science in Python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Always explore first: head, info, describe, value_counts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Handle nulls: detect with isnull().sum(), fill with fillna(), drop with dropna()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groupby().agg() summarises data by category — essential for EDA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Feature engineering creates new informative columns from existing data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Data Visualisation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turn data into charts — scatter plots, histograms, bar charts, heatmaps — to find patterns before modelling.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Titanic data cleaning exercise. Submit cleaned DataFrame info and the survival-by-class groupby result.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Quick Reference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&amp; save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pd.read_csv(), read_excel(). to_csv(index=False), to_excel(). pd.concat() for multiple files.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head(), tail(), shape, info(), describe(), value_counts(), dtypes, columns.tolist()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&amp; sort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df[df['col']&gt;80], df[(c1)&amp;(c2)], sort_values(), iloc[], loc[], df[['c1','c2']]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engineer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isnull().sum(), fillna(), dropna(), drop_duplicates(), astype(), pd.cut(), pd.get_dummies(), groupby().agg()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03 — Pandas &amp; Data Analysis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Fundamentals — Week 3</dc:title>
  <dc:subject>PptxGenJS Presentation</dc:subject>
  <dc:creator>PptxGenJS</dc:creator>
  <cp:lastModifiedBy>PptxGenJS</cp:lastModifiedBy>
  <cp:revision>1</cp:revision>
  <dcterms:created xsi:type="dcterms:W3CDTF">2026-03-11T14:30:57Z</dcterms:created>
  <dcterms:modified xsi:type="dcterms:W3CDTF">2026-03-11T14:30:57Z</dcterms:modified>
</cp:coreProperties>
</file>