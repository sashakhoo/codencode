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DCB4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Variables, Data Types &amp; Logic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Storing information and making decisions in Python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Create and assign variables in Python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Identify and use the 4 core data types: int, float, str, bool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Write simple if / elif / else logic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Python?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The most beginner-friendly language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one of the world's most popular programming languages — used by Google, NASA, Netflix, and thousands of Malaysian companies.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Reads almost like English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No semicolons or complex syntax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Runs instantly — no compiling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Used for web, data, AI, automation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program takes 1 line: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print("Hello, World!")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a comment — Python ignores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print("Selamat datang ke codencode.my!")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print("欢迎来到 codencode.my!")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Running this file outputs: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World!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Selamat datang ke codencode.my!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欢迎来到 codencode.my!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uses indentation, not {}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semicolons needed at end of lines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Variable?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Variables store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is like a labelled box.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give it a name, and put a value inside. Python remembers that value so you can use it later.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naming variables: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 letters, numbers, underscores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No spaces — use_underscores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Names are case-sensitive (age ≠ 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Cannot start with a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Avoid Python keywords (if, for, def...)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Assigning variables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= "Aisha"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   =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     = 1.62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is_student =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Using variables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print(name)        # Aisha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print(age)         #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print(height)      # 1.62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print(is_student)  #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Re-assigning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17           # ← update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print(age)         # 17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Core Data Types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numbers — no decimal.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5, -3, 100, 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age, score, count, quantity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with a decimal point.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3.14, -0.5, 99.9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height, price, percentage, GPA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— always in quotes.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"Hello", "Aisha", "123"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names, messages, labels, user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values: True or False.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True, False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yes/no decisions, on/off flags, conditions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&amp; Converting Types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type() and casting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type() to check what kind of data a variable holds.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you need to convert between types — this is called casting.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int()   → converts to integer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float() → converts to float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str()   → converts to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bool()  → converts to boolean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You cannot add a string and an integer without converting first!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"Aisha"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 = 3.85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types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print(type(name))   # &lt;class 'str'&gt;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    # &lt;class 'int'&gt;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print(type(gpa))    # &lt;class 'float'&gt;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"95"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 + 5)       # ❌ Error!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print(int(score) + 5)  # ✅ 100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 → str for concatenation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 " + str(age))  # Age: 16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 Operations &amp; f-strings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= "Aisha"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Concatenation (joining strings)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" + name + "!")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 (modern, recommended)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print(f"Hello, {name}! Your score is {score}.")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Useful string methods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print(name.upper())      # AISHA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print(name.lower())      # aisha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print(len(name))         #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print(name[0])           # A  (first character)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print(name[-1])          # a  (last character)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Repeat and check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print("ha" * 3)          # hahaha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print("ish" in name)     # True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 are the cleanest way to embed variables inside text. Write f"...{variable}..." — Python fills in the value automatically. Much cleaner than + concatenation.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Input from the User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input_demo.py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always returns a STRING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= input("What is your name? 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age_str = input("How old are you? 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int for calculations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   = int(age_str)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birth_year = 2026 - age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print(f"Hello, {name}!")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print(f"You were born around {birth_year}.")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Inline casting (common shorthand)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float(input("Enter your score: "))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print(f"Score: {score:.1f}%")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Run output ──────────────────────────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is your name?  Aisha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 old are you?    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Aisha!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were born around 2010.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 pauses the program and waits for the user to type. It always gives back a string. Use int() or float() to convert when you need numbers for calculations.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Arithmetic &amp; Operators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Math in Python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supports all standard maths operations: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+   addition        (5 + 3 = 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-   subtraction     (5 - 3 =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*   multiplication  (5 * 3 = 15)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/   division        (7 / 2 = 3.5)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//  floor division  (7 // 2 =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%   modulus/remainder (7 % 2 =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**  power           (2 ** 8 = 256)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precedence: ** first, then *, /, //, %, then +, -.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parentheses () to control order.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  = 25.50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     =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     = 0.06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 = price * qty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tax_amt  = subtotal * tax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= subtotal + tax_amt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print(f"Subtotal: RM {subtotal:.2f}")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print(f"Tax (6%): RM {tax_amt:.2f}")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print(f"Total:    RM {total:.2f}")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Useful shortcuts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    # x = x + 5  → 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    # x = x * 2  → 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//= 4   # x = x // 4 →  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# 7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Decisions — if / elif / else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Conditional logic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make decisions with if/elif/else.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if   — checks the first condition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elif — checks another condition (can have many)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else — runs if nothing matched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==  equal to      !=  not equal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&gt;   greater than  &lt;   less than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&gt;=  greater or =  &lt;=  less or =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 — both must be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   — at least one must be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not  — flips True/False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int(input("Enter score: "))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90: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A — Excellent!")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75: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B — Good job!")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60: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C — Keep going!")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F — Let's revise!")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Combining conditions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has_id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 and has_id: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print("Entry allowed")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print("Entry denied")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= input("Name: 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= int(input("Age: "))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float(input("Test score (%): "))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Student Profile ──")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print(f"Name : {name}")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print(f"Age  : {age}")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print(f"Score: {score:.1f}%")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Nested if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80: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"PASS with distinction"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50: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"PASS"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"FAIL — extra support needed"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= "Teen" if age &lt; 20 else "Adult"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print(f"Status: {status}")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print(f"Category: {category}")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input(), casting, f-strings, and if/elif/else into one program. The one-line ternary 'x if condition else y' is a compact way to assign based on a condition.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Boolean Logic &amp; Truthy/Falsy Values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Comparison results are booleans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&gt; 3)        #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== 3)       # False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print("a" == "a")   # True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/ or / not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&gt; 10 and x &lt; 20)   #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&lt; 5  or  x &gt; 10)   #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 x &gt; 10)           # False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Truthy and Falsy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Falsy values: 0, "", [], None, False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print(bool(0))    # False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print(bool(""))   # False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print(bool([]))   # False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print(bool(42))   #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print(bool("hi")) # True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Practical use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name: 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name:   # True if name is not empty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print(f"Hello, {name}!")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name entered.")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value in Python is either truthy or falsy. 0, empty strings, empty lists and None are falsy. Everything else is truthy. This lets you write cleaner if checks.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Beginner Mistakes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Errors to watch out for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to read error messages is a superpower!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beginners errors: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= vs 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age = 16     ← assigns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age == 16    ← compares (returns True/False)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Missing colon after if/elif/else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if score &gt; 80   ← SyntaxError!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if score &gt; 80:  ← correct ✅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Wrong indentation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Python uses 4 spaces — not tabs.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Forgetting int(input())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Adding "16" + 1 → TypeError!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common_errors.py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Assignment vs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 5:    # SyntaxError — use 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Correct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==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print("x is 5")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Type mismatch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input("Age: ")    # returns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          # TypeError!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Correct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int(input("Age: 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          # Works!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IndentationError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   # needs 4 spaces!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data type of the value returned by: age = input("How old are you?")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— because the user types a number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— input() always returns a string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— Python auto-detects decimals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— True if the user answered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Build a Personal Profile Card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Ask the user for their name, age, and favourite subject using input()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Cast age to int; calculate birth year (2026 - age)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Print a neatly formatted profile using f-strings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Add if/elif/else to print grade category: Teen (&lt;20), Young Adult (20-25), Adult (&gt;25)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Bonus: Add a score input (0-100) and print the grade (A/B/C/F)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: Aisha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: 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Born   : 2010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Maths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: Teen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 : 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Variables store data under a name we choose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Python has 4 core types: int, float, str, bool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 type() to check, and int()/str() to convert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input() always returns a string — cast when needed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if / elif / else lets programs make decisions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Loops &amp; Functions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repeat actions with for and while loops, and package code into reusable functions.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program that asks for name, age, and a score (0–100). Print a profile card and a grade (A/B/C/F). Use f-strings. Submit your .py file on the LMS.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01 — Variables, Data Types &amp; Logic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Beginners — Week 1</dc:title>
  <dc:subject>PptxGenJS Presentation</dc:subject>
  <dc:creator>PptxGenJS</dc:creator>
  <cp:lastModifiedBy>PptxGenJS</cp:lastModifiedBy>
  <cp:revision>1</cp:revision>
  <dcterms:created xsi:type="dcterms:W3CDTF">2026-03-11T14:16:48Z</dcterms:created>
  <dcterms:modified xsi:type="dcterms:W3CDTF">2026-03-11T14:16:48Z</dcterms:modified>
</cp:coreProperties>
</file>