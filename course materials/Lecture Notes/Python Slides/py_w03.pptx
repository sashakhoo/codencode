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DCB4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&amp; Data Structures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reusable functions and working with lists and dictionaries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Define functions with parameters and return values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 lists, dictionaries and tuples to store structured data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Apply list comprehensions to write clean, concise code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Functions?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Making data persist and programs robust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now, all our data disappears when the program closes.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let us save data permanently: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Student scores that survive restarts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Contact books you can close and reopen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Logs that record what happened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(bugs) are normal in programming. Without error handling: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One bad input crashes the whole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Users see confusing Python stack traces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error handling: graceful messages, program keeps running.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why_files.py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Without files — data lost on exit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[85, 92, 78]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Program ends → scores gone forever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files — data persists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open("scores.txt", "w")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 in scores: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f.write(str(s) + 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Next run — data still there!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open("scores.txt", "r")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f.read()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print(data)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78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&amp; Reading Files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The open() function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can read and write files on your computer.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modes: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"r"  — read (default)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"w"  — write (overwrites!)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"a"  — append (adds to 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"r+" — read and write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close files after use — or use with open() which closes automatically.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read()      → entire file as one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readlines() → list of 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readline()  → one line at a 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1: manual open/close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= open("students.txt", "r")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= file.read()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print(content)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file.close()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Method 2: with statement (recommended)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open("students.txt", "r")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lines = f.readlines()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lines: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print(line.strip())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students.txt contains: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Aisha, 92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Wei Jie, 78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Siti, 65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&amp; Appending to Files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Creating and updating files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to a file: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"w" mode creates the file if it doesn't exist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"w" mode OVERWRITES existing content — be careful!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"a" mode adds to the end without deleting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write()      → write a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writelines() → write a list of strings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add \n at the end of each line or everything runs together!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write_file.py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(creates or overwrites)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open("results.txt", "w")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f.write("Class Results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f.write("==============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f.write("Aisha: 92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Append (adds to existing file)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open("results.txt", "a")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f.write("Wei Jie: 78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f.write("Siti: 65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back to confirm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open("results.txt", "r") as 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print(f.read())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/ except — Handling Errors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error_handling.py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Without try/except — program CRASHES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number = int("hello")   # ValueError!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try/except — program continues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 = int(input("Enter a number: "))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100 / number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print("Result:", result)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print("❌ That's not a valid number!")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print("❌ Cannot divide by zero!")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print("❌ Something went wrong:", e)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print("✅ Program finished safely.")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runs the risky code. except catches specific errors. finally always runs — good for cleanup. Without try/except, one error crashes the whole program.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— Files &amp; Errors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open("file.txt","r") — reads existing file. Raises FileNotFoundError if the file does not exist.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"w"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mode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open("file.txt","w") — creates or overwrites. Use "a" to append without deleting existing content.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/ except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risky code in try:. Catch specific errors with except ErrorType:. Program continues instead of crashing.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statement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open(...) as f: — automatically closes the file even if an error occurs. Always prefer this over manual close().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Combining Files + Error Handling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safe_file.py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save_score(name, score):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open("scores.txt", "a")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f.write(f"{name},{score}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print(f"✅ Saved {name}: {score}")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load_scores():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open("scores.txt", "r")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lines = f.readlines()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 = []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line in lines: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parts = line.strip().split(",")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scores.append((parts[0], int(parts[1])))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scores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FileNotFoundError: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print("No scores file yet.")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save_score("Aisha", 92)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save_score("Wei Jie", 78)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print(load_scores())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[('Aisha', 92), ('Wei Jie', 78)]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programs combine file I/O with error handling. The load function gracefully handles a missing file instead of crashing — this is production-level thinking.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Error Types to Know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Built-in Python exceptions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has many built-in error types. Catching specific errors makes your code much cleaner than catching everything.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ValueError — wrong value type (int("hello"))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TypeError — wrong data type (1 + "a")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FileNotFoundError — file doesn't exist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ZeroDivisionError — dividing by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IndexError — list index out of 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KeyError — dictionary key missing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Exception as e to catch anything and print the message.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common_errors.py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int("hello")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 as 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print("ValueError:", 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lst = [1, 2,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print(lst[10])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IndexError as 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print("IndexError:", 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FileNotFoundError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open("missing.txt","r")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FileNotFoundError: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print("File not found!")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CSV Files — Real Data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students.csv: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name,score,grade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Aisha,92,A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Wei Jie,78,B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Siti,65,C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load_csv(filename):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students = []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open(filename, "r")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lines = f.readlines()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Skip header 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line in lines[1:]: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parts = line.strip().split(",")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students.append({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"name":  parts[0],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"score": int(parts[1]),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"grade": parts[2],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FileNotFoundError: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print(f"Cannot find {filename}")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students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load_csv("students.csv")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data: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print(f"{s['name']}: {s['score']} ({s['grade']})")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(Comma-Separated Values) is the most common data format you'll encounter. This pattern — open, skip header, split, build dict, append — is used in real data pipelines daily.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CSV Data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write_csv.py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save_csv(students, filename):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open(filename, "w") as f: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Write header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f.write("name,score,grade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s in students: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line = f"{s['name']},{s['score']},{s['grade']}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f.write(line)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print(f"✅ Saved {len(students)} records to {filename}")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print(f"❌ Save failed: {e}")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{"name":"Aisha",   "score":92, "grade":"A"},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{"name":"Wei Jie", "score":78, "grade":"B"},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{"name":"Siti",    "score":65, "grade":"C"},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save_csv(students, "output.csv")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Saved 3 records to output.csv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CSV is just writing formatted strings to a file. The header line is just another f.write(). Wrapping in try/except protects against permission errors or disk full situations.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 with try/except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Making programs bulletproof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that accept user input MUST validate it. Users will always enter unexpected values.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strategies: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Type check: use try/except ValueError around int(input())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Range check: if score &lt; 0 or score &gt; 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Empty check: if not name.strip()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Keep asking: use a while loop that loops until valid input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wrap validation in a helper function you can reuse throughout your program.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validated_input.py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get_int(prompt, min_val=None, max_val=None):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 = int(input(prompt))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min_val is not None and value &lt; min_val: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print(f"Must be at least {min_val}")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max_val is not None and value &gt; max_val: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print(f"Must be at most {max_val}")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print("Please enter a whole number.")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get_int("Enter score (0-100): ", 0, 100)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print(f"Valid score: {score}")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open a file with mode "w" and the file already exists?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raises a FileExistsError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content is appended to the end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content is completely overwritten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asks you to confirm before writing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Build a Score Saver Program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Use the get_int() validation function to ask for a student name and score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Save each entry to a file called 'scores.csv' in name,score format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Keep asking until the user types 'quit' as the name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At the end, read the file back and print all saved scores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Bonus: Calculate and print the highest, lowest and average score from the file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name (or quit): Aisha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score: 92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Saved!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name (or quit): quit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Saved Scores ──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Aisha : 92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Highest: 92  Lowest: 92  Avg: 92.0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Bonus: File Statistics Report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Read your scores.csv file from the previous task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Build a function analyse(students) that returns a dict with keys: highest, lowest, average, count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Print a formatted report showing all statistics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Handle the edge case: what if the file is empty?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Bonus: Sort and print students from highest to lowest score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Score Report ──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 : 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Highest: Aisha (92)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 : Farid (55)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Average: 74.5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Aisha   92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Rajan   88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open("file","mode") reads and writes files — always use with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"r" reads, "w" overwrites, "a" appends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try/except catches errors so your program doesn't crash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Catch specific errors (ValueError, FileNotFoundError) when possible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finally always runs — use it for cleanup code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Mini-Project — Contact Book App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build a full program using everything learned so far — a contact book with add, search, list and save features.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score saver that reads/writes a CSV with try/except for all risky operations. Must handle missing file, invalid input, and empty file gracefully. Submit .py file.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  •  Week 03 — Functions &amp; Data Structures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Beginners — Week 3</dc:title>
  <dc:subject>PptxGenJS Presentation</dc:subject>
  <dc:creator>PptxGenJS</dc:creator>
  <cp:lastModifiedBy>PptxGenJS</cp:lastModifiedBy>
  <cp:revision>1</cp:revision>
  <dcterms:created xsi:type="dcterms:W3CDTF">2026-03-11T14:16:49Z</dcterms:created>
  <dcterms:modified xsi:type="dcterms:W3CDTF">2026-03-11T14:16:49Z</dcterms:modified>
</cp:coreProperties>
</file>