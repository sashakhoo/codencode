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DCB4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Loops, Functions &amp; Structures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actions and organising reusable code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Write for and while loops to repeat code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Define and call your own functions with parameters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Understand when to use lists and how to loop through them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 Loop — Repeat for Each Item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Iterating over a sequence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 loop runs a block of code once for each item in a sequence.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sequences: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range(5)      → 0, 1, 2, 3,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range(1, 6)   → 1, 2, 3, 4,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range(0,10,2) → 0, 2, 4, 6,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 list: ["apple","mango"]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 string: "Python"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Indentation matters! Everything indented under for: is part of the loop.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for_loop.py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using 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print("Count:", i)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over a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"mango", "durian"]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fruit in fruits: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 like", fruit)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over a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letter in "Python":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print(letter, end="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 y t h o 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Mastering range()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range_demo.py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range(stop)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end=" ")    # 0 1 2 3 4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range(start, stop)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end=" ")    # 1 2 3 4 5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range(start, stop, step)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range(0, 20, 5):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end=" ")    # 0 5 10 15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Countdown with negative step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range(10, 0, -1):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end=" ")    # 10 9 8 7 6 5 4 3 2 1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enumerate — get index AND item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["Aisha", "Wei Jie", "Siti"]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name in enumerate(students, 1):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print(f"{i}. {name}")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range(start, stop, step) is highly flexible. The stop value is always excluded. enumerate() gives you both the index and the item — perfect for numbered lists.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while Loop — Repeat Until False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Condition-controlled repetition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while loop keeps running as long as its condition is True.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while when you don't know how many times to repeat — e.g. waiting for the right user input.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Always change the condition inside the loop or you'll get an infinite loop!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  → exit the loop immediately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→ skip to the next iteration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while_loop.py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&gt;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-=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print("Blast off! 🚀")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asking until correct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password != "secret123":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= input("Password: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print("✅ Access granted!")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break example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cmd = input("Enter 'quit' to stop: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cmd == "quit":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print(f"You typed: {cmd}")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— Reusable Blocks of Code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Define a function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print("Hello,", name + "!")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 the function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greet("Aisha")       # Hello, Aisha!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greet("Wei Jie")     # Hello, Wei Jie!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 with a return 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add(10, 25)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print("Total:", total)   # Total: 35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parameter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greet_lang(name, lang="EN"):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print(f"[{lang}] Hello, {name}!")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greet_lang("Siti")           # [EN] Hello, Siti!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greet_lang("Ahmad", "BM")    # [BM] Hello, Ahmad!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declares a function. Parameters are inputs in brackets. return sends a value back — unlike print() which only shows on screen. Default parameters are used when no argument is passed.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vs print — Key Difference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Functions that compute vs functions that display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confuses many beginners!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print() — shows text on screen. The value is gone. Cannot be stored, reused or passed to another function.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— sends a value back to the caller. Can be stored in a variable, used in calculations, passed elsewhere.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If you're showing info to the user → print()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If the value needs to be used later → return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can have both!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return_vs_print.py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 only — value is lost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show_double(x):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 * 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show_double(5)          # 10 (displayed)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show_double(5) # 10 (displayed)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    # None ← gone!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— value is kept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calc_double(x):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* 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calc_double(5)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    #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 + 3)       # 13 ← reusable!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 = calc_double(7)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tripled = calc_double(doubled)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print(tripled)          # 42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— Loops &amp; Functions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you know how many times to repeat, or you're going through a list, string, or range. Use enumerate() for index + item.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you repeat until something changes — like waiting for correct user input or a condition to flip. Don't forget to change the condition!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name(params): defines a reusable block. Call it by name. Keeps code DRY — Don't Repeat Yourself. Use default params for optional arguments.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vs print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print() only shows on screen — value is lost. return sends a value back to the caller so it can be stored, calculated with, or passed further.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Lists — Storing Multiple Items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Ordered, changeable collections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stores multiple values in one variable.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operations: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Access by index: list[0] is first item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Negative index: list[-1] is last item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len(list) → number of items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list.append(x) → add to 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list.remove(x) → remove first occurrence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list.sort()    → sort in place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list.pop()     → remove and return last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 start at 0, not 1!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[85, 92, 78, 96, 61]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print(scores[0])    # 85  (first)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print(scores[-1])   # 61  (last)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print(len(scores))  # 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and remove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scores.append(88)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scores.remove(61)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through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scores: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print("Score:", 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ascending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scores.sort()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print("Sorted:", scores)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List Methods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list_methods.py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["Wei Jie", "Aisha", "Rajan", "Siti"]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Slicing — get a portion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print(names[1:3])    # ['Aisha', 'Rajan']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print(names[:2])     # ['Wei Jie', 'Aisha']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print(names[2:])     # ['Rajan', 'Siti']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Insert at position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names.insert(0, "Farid")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print(names)         # Farid at front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index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names.index("Aisha")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print("Aisha is at index:", idx)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membership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print("Siti" in names)   #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print("Ali" in names)    # False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occurrences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 2, 2, 3, 2]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print(nums.count(2))     # 3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names.reverse()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print(names)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have many built-in methods. Slicing [start:stop] extracts a sub-list without modifying the original. 'in' checks if an item exists — useful in if conditions.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Combining Loops, Lists &amp; Functions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get_grade(score):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90: return "A"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score &gt;= 75: return "B"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score &gt;= 60: return "C"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return "F"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average(marks):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sum(marks) / len(marks)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print_report(names, scores):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print("── Class Report ──")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name, score in zip(names, scores):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grade = get_grade(score)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{name:&lt;10} {score:&gt;3}  →  {grade}")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 = average(scores)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Average: {avg:.1f}")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 = ["Aisha","Wei Jie","Siti","Rajan","Farid"]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[92, 78, 65, 88, 55]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print_report(names, scores)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zip() pairs two lists together — perfect for matching names with scores. f-string format codes like {name:&lt;10} left-align in 10 chars; {score:&gt;3} right-aligns in 3.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this code print?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in range(2, 8, 2):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print(i)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2  3  4  5  6  7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2  4  6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2  4  6  8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0  2  4  6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Comprehension — Pythonic Shorthand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comprehension.py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long way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squares.append(i ** 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print(squares)    # [1, 4, 9, 16, 25]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Pythonic way — list comprehension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[i ** 2 for i in range(1, 6)]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print(squares)    # [1, 4, 9, 16, 25]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condition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 = [i for i in range(20) if i % 2 == 0]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print(evens)      # [0, 2, 4, 6, 8, 10, 12, 14, 16, 18]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Transform a list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 = ["aisha", "wei jie", "siti"]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 = [n.title() for n in names]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print(proper)    # ['Aisha', 'Wei Jie', 'Siti']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scores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[82, 45, 91, 60, 33, 77]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[s for s in scores if s &gt;= 60]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print(passed)    # [82, 91, 60, 77]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comprehensions build a new list in a single line: [expression for item in iterable if condition]. They're more readable and faster than a loop + append. Very popular in real Python code.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Build a Class Grade Report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Create a list of 5 student names and a list of 5 scores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Write a function get_grade(score) that returns A / B / C / 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Use zip() and a for loop to print each student's name, score, and grade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Calculate and print the class average using a function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Bonus: Use a list comprehension to get a list of students who passed (score &gt;= 60)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Aisha   : 92 →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 Jie : 78 → 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Siti    : 65 → 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Rajan   : 88 → 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Farid   : 55 → 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: 75.6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 : ['Aisha','Wei Jie','Siti','Rajan']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 Task: Number Guessing Game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Pick a secret number between 1 and 20 (hardcode it for now)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Use a while loop to keep asking the user to guess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After each guess, print 'Too high!', 'Too low!', or 'Correct!'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Count the number of attempts and print it when the user wins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Bonus: Add a maximum of 7 attempts — if exceeded, reveal the answer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 (1-20): 10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 (1-20): 15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high!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 (1-20): 13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Correct! in 3 attempts 🎉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for loops iterate over sequences or a range of numbers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while loops repeat until a condition becomes False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Functions let you name and reuse a block of code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return sends a value back; print() only displays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Lists store multiple values — use append, sort, zip, enumerate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File Handling &amp; Error Control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learn how to read and write files, and use try/except to handle errors gracefully.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grade report program for 5 students. Use a function for grading, zip() for pairing, and list comprehension for passed students. Submit your .py file.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02 — Loops, Functions &amp; Structures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Beginners — Week 2</dc:title>
  <dc:subject>PptxGenJS Presentation</dc:subject>
  <dc:creator>PptxGenJS</dc:creator>
  <cp:lastModifiedBy>PptxGenJS</cp:lastModifiedBy>
  <cp:revision>1</cp:revision>
  <dcterms:created xsi:type="dcterms:W3CDTF">2026-03-11T14:16:48Z</dcterms:created>
  <dcterms:modified xsi:type="dcterms:W3CDTF">2026-03-11T14:16:48Z</dcterms:modified>
</cp:coreProperties>
</file>