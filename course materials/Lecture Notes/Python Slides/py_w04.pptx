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5432" y="0"/>
            <a:ext cx="41148" cy="514350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9144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DCB4">
                    <a:alpha val="1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8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with Data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56032" y="21214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Loading, cleaning and analysing data with Pandas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" y="2633472"/>
            <a:ext cx="640080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633472"/>
            <a:ext cx="50292" cy="182880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697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 you will be able to: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035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Read CSV and Excel files into a Pandas DataFrame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" y="3456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Explore data with head(), info(), describe() and value_counts()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877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Filter, sort, group and handle missing values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04 — Working with Data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Dictionaries — Key-Value Storage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The perfect structure for contacts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dictionary stores data as key: value pairs.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lists (indexed by number), dictionaries use named keys — perfect for structured data like contacts.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operations: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dict["key"]       → get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dict["key"] = val → set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"key" in dict     → check if exists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dict.keys()       → all keys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dict.values()     → all values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dict.items()      → key-value pairs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dict_demo.py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single contact as a dictionary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 "Aisha",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"phone": "012-3456789",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"email": "aisha@email.com"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print(contact["name"])    # Aisha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print(contact["phone"])   # 012-3456789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Update a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contact["phone"] = "016-9999999"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 through all fields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key, value in contact.items():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print(f"{key:8}: {value}")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04 — Working with Data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Dictionary Methods — Deep Dive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dict_methods.py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= {"name": "Wei Jie", "age": 20, "city": "JB"}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Safe access with .get() — no crash if key missing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print(person.get("email", "No email"))  # No email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Update multiple fields at once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person.update({"age": 21, "email": "wj@mail.com"})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print(person)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Delete a key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person["city"]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print("city" in person)   # False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of all keys / values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print(list(person.keys()))    # ['name','age','email']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print(list(person.values()))  # ['Wei Jie',21,'wj@mail.com']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Nested dictionary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school =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"SMK Johor",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"students": 1200,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"address": {"city": "JB", "state": "Johor"}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print(school["address"]["city"])  # JB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.get() is safer than dict['key'] because it returns a default instead of crashing. .update() changes multiple keys at once. Nested dicts store complex structured data.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04 — Working with Data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Structure — Planning First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contact_book_plan.py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Contact Book App ─────────────────────────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 structure: list of dictionaries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contacts = []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Functions we will build: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add_contact(contacts)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search_contact(contacts, query)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list_contacts(contacts)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delete_contact(contacts, name)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save_contacts(contacts, filename)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load_contacts(filename)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show_menu()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 loop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contacts = load_contacts("contacts.csv")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choice = show_menu()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choice == "1": add_contact(contacts)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choice == "2": search_contact(contacts)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choice == "3": list_contacts(contacts)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choice == "4": delete_contact(contacts)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choice == "5":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save_contacts(contacts, "contacts.csv")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plan before coding. Break the problem into small functions. Each function does ONE thing well. Write the plan as comments first — this forces you to think before you type.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04 — Working with Data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Core Functions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add, list and search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the app function by function — test each one before moving 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add_contact: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Ask for name, phone, email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Validate — don't allow empty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Create a dictionary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Append to contacts list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list_contacts: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Check if list is empty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Loop and print each contact numbered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search_contact: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Ask for name to find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Loop through contacts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Compare names (case-insensitive)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Print if found, else say not found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core_functions.py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add_contact(contacts):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= input("Name: ").strip()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name: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print("Name cannot be empty.")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phone = input("Phone: ").strip()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= input("Email: ").strip()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contacts.append({"name":name,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"phone":phone,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"email":email})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print(f"✅ {name} added!")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list_contacts(contacts):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contacts: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print("No contacts yet.")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c in enumerate(contacts, 1):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print(f"{i}. {c['name']}"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f" | {c['phone']}"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f" | {c['email']}")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04 — Working with Data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&amp; Load with Files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file_functions.py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save_contacts(contacts, filename):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open(filename, "w")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f.write("name,phone,email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  # header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c in contacts: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line = f"{c['name']},{c['phone']},{c['email']}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f.write(line)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print(f"✅ {len(contacts)} contacts saved.")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load_contacts(filename):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contacts = []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open(filename, "r")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lines = f.readlines()[1:]  # skip header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line in lines: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parts = line.strip().split(",")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len(parts) == 3: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contacts.append({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"name":  parts[0],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"phone": parts[1],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"email": parts[2]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FileNotFoundError: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   # First run — no file yet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contacts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save a header line first so the CSV is human-readable. On load, lines[1:] skips the header. The try/except handles the first run when no file exists yet.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04 — Working with Data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Building Tips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before coding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out your functions as comments first. Know what each function takes as input and what it returns before writing a single line.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test small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function, test it, then move on. Don't write 100 lines and test at the end — you'll have 20 bugs at once.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descriptive names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add_contact() is clear. ac() is not. Code is read more often than it is written — name things for the reader, not the typer.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edge cases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contacts is empty? What if the file is missing? What if the user types nothing? Good programs expect the unexpected.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04 — Working with Data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Menu + Search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menu_search.py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show_menu():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Contact Book ──")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print("1. Add contact")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print("2. Search contact")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print("3. List all contacts")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print("4. Delete contact")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print("5. Save and quit")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input("Choose (1-5): ").strip()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search_contact(contacts):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 = input("Search name: ").lower()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found = [c for c in contacts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if query in c["name"].lower()]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found: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c in found: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: {c['name']}")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  Phone: {c['phone']}")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  Email: {c['email']}")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print(f"No contacts matching '{query}'")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search uses a list comprehension — it creates a new list of contacts where the query appears in the name. .lower() makes the search case-insensitive so 'aisha' finds 'Aisha'.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04 — Working with Data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 Contact Function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delete_contact.py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delete_contact(contacts):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contacts: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print("No contacts to delete.")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 = input("Enter name to delete: ").strip().lower()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matches = [c for c in contacts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if query in c["name"].lower()]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matches: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print(f"No contact found matching '{query}'")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Show matches and confirm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c in enumerate(matches, 1):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print(f"{i}. {c['name']} | {c['phone']}")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idx = int(input("Delete which? (number): ")) - 1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to_delete = matches[idx]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contacts.remove(to_delete)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print(f"✅ {to_delete['name']} deleted.")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(ValueError, IndexError):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print("Invalid selection.")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delete flow: search first, show results, confirm with user. Using .remove() on the contact dict removes it from the original list since Python dicts are compared by identity.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04 — Working with Data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Sorting &amp; Filtering Contacts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sort_filter.py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by name (alphabetical)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contacts = 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"Rajan",   "phone": "011-111"},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"Aisha",   "phone": "012-222"},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"Wei Jie", "phone": "013-333"},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sorted_contacts = sorted(contacts,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key=lambda c: c["name"])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sorted_contacts: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print(c["name"])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Aisha, Rajan, Wei Jie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by name prefix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filter_by_letter(contacts, letter):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[c for c in contacts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c["name"].lower().startswith(letter.lower())]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a_contacts = filter_by_letter(contacts, "A")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print(a_contacts)   # [{'name':'Aisha', ...}]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sorted() with a lambda key sorts by any field without modifying the original list. Lambdas are tiny one-line functions: lambda c: c['name'] means 'use name as the sort key'.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04 — Working with Data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Quiz Time!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1024128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0241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858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713232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contacts.append({"name": name, "phone": phone}) do?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097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a new dictionary and replaces the contacts list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9087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solidFill>
            <a:srgbClr val="C792EA">
              <a:alpha val="20000"/>
            </a:srgbClr>
          </a:solidFill>
          <a:ln w="12700">
            <a:solidFill>
              <a:srgbClr val="C792EA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8581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a new dictionary as the last item in the contacts list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FFC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solidFill>
            <a:srgbClr val="FFCB6B">
              <a:alpha val="20000"/>
            </a:srgbClr>
          </a:solidFill>
          <a:ln w="12700">
            <a:solidFill>
              <a:srgbClr val="FFCB6B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097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the first contact in the list with new values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9087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38581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Raises a TypeError because you cannot append a dictionary to a list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04 — Working with Data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 Good App?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User experience in CLI programs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command-line programs need good UX.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Clear menu — user always knows what to 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Confirmation messages — ✅ Saved!, ❌ Not found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Input validation — no crashes on bad input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Informative errors — tell user WHAT went wrong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Consistent formatting — aligned columns, clean output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Save on exit — don't lose data!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if a stranger used this program for the first time, would they understand it without any help from you?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good_ux.py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Bad UX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input("n: 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input("p: 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contacts.append({"n":n,"p":p})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Good UX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add_contact(contacts):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Add New Contact ──")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input("Full name  : ").strip()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name: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print("❌ Name is required.")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phone = input("Phone no.  : ").strip()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= input("Email addr : ").strip()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contacts.append({"name":name,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"phone":phone,"email":email})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print(f"✅ {name} has been added!")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04 — Working with Data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Complete the Contact Book App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Build all 6 functions: add, list, search, delete, save, load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Implement the menu loop that keeps running until user saves and quits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Load contacts from CSV at startup, save on exit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Handle all edge cases: empty list, missing file, blank input, invalid menu choice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Bonus: Add a sort option (sort contacts alphabetically by name)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Contact Book ──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  2. Search  3. List  4. Delete  5. Save &amp; quit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Choose: 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Aisha | 012-xxx | aisha@x.com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1 contacts saved.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04 — Working with Data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Extension: Search &amp; Edit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Add option 6 to the menu: Edit contact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User searches by name, sees the match, chooses which field to update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Fields: name, phone, email — user picks one and types the new value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Update the dictionary in place (contacts[idx]['field'] = new_value)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Confirm the change: '✅ Aisha's phone updated to 016-xxx'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to edit: Aisha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Found: Aisha | 012-xxx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Edit: 1.Name 2.Phone 3.Email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Choice: 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phone: 016-999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Phone updated!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04 — Working with Data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440680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283464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49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learned today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Dictionaries store structured data with named keys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 list of dictionaries is the standard way to store records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Build programs function-by-function, testing as you go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Save data as CSV lines; load by splitting each line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Real programs combine loops, functions, files and error handling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658368"/>
            <a:ext cx="2944368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749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Next Week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1133856"/>
            <a:ext cx="26517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Data Visualisation &amp; Web Scraping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explore Python's built-in modules — random, datetime, math — and learn how to import and use external code.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6032" y="3639312"/>
            <a:ext cx="8631936" cy="98755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3639312"/>
            <a:ext cx="50292" cy="9875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94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This Week's Assignment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" y="402336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your complete Contact Book App. Must have add, search, list, delete, save and load working. Handle all edge cases. Bonus points for edit and sort features.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XP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04 — Working with Data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Beginners — Week 4</dc:title>
  <dc:subject>PptxGenJS Presentation</dc:subject>
  <dc:creator>PptxGenJS</dc:creator>
  <cp:lastModifiedBy>PptxGenJS</cp:lastModifiedBy>
  <cp:revision>1</cp:revision>
  <dcterms:created xsi:type="dcterms:W3CDTF">2026-03-11T14:16:49Z</dcterms:created>
  <dcterms:modified xsi:type="dcterms:W3CDTF">2026-03-11T14:16:49Z</dcterms:modified>
</cp:coreProperties>
</file>