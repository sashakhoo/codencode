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03720" y="0"/>
            <a:ext cx="2240280" cy="5143500"/>
          </a:xfrm>
          <a:prstGeom prst="rect">
            <a:avLst/>
          </a:prstGeom>
          <a:solidFill>
            <a:srgbClr val="0D1A2E"/>
          </a:solidFill>
          <a:ln w="12700">
            <a:solidFill>
              <a:srgbClr val="0D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85432" y="0"/>
            <a:ext cx="41148" cy="5143500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949440" y="914400"/>
            <a:ext cx="21031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5C842">
                    <a:alpha val="16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&lt;/&gt;</a:t>
            </a:r>
            <a:endParaRPr lang="en-US" sz="8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28016"/>
            <a:ext cx="1463040" cy="4114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56032" y="658368"/>
            <a:ext cx="475488" cy="274320"/>
          </a:xfrm>
          <a:prstGeom prst="rect">
            <a:avLst/>
          </a:prstGeom>
          <a:solidFill>
            <a:srgbClr val="0A1628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56032" y="658368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C8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804672" y="658368"/>
            <a:ext cx="1097280" cy="27432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04672" y="6583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0B4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WEEK 06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256032" y="105156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Final Project &amp; Certificate</a:t>
            </a:r>
            <a:endParaRPr lang="en-US" sz="4400" dirty="0"/>
          </a:p>
        </p:txBody>
      </p:sp>
      <p:sp>
        <p:nvSpPr>
          <p:cNvPr id="11" name="Text 8"/>
          <p:cNvSpPr/>
          <p:nvPr/>
        </p:nvSpPr>
        <p:spPr>
          <a:xfrm>
            <a:off x="256032" y="2121408"/>
            <a:ext cx="6400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5C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Build, present and celebrate your Python journey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256032" y="2633472"/>
            <a:ext cx="6400800" cy="1828800"/>
          </a:xfrm>
          <a:prstGeom prst="rect">
            <a:avLst/>
          </a:prstGeom>
          <a:solidFill>
            <a:srgbClr val="0D1A2E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256032" y="2633472"/>
            <a:ext cx="50292" cy="1828800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84048" y="2697480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8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the end of this lesson you will be able to: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384048" y="3035808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Plan and build a complete Python project from scratch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384048" y="3456432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Apply variables, loops, functions, files and modules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384048" y="3877056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Present your project and earn your certificate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30608"/>
          </a:solidFill>
          <a:ln w="12700">
            <a:solidFill>
              <a:srgbClr val="030608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0" y="4800600"/>
            <a:ext cx="1920240" cy="3429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64592" y="481431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codencode.my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2057400" y="4814316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for Beginners  •  Week 06 — Final Project &amp; Certificate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solidFill>
            <a:srgbClr val="0A1628"/>
          </a:solidFill>
          <a:ln w="12700">
            <a:solidFill>
              <a:srgbClr val="00DCB4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</a:t>
            </a:r>
            <a:endParaRPr lang="en-US" sz="800" dirty="0"/>
          </a:p>
        </p:txBody>
      </p:sp>
      <p:sp>
        <p:nvSpPr>
          <p:cNvPr id="24" name="Shape 21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0B4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28016"/>
            <a:ext cx="146304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8800" y="9144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You've Learned — 5-Week Recap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256032" y="658368"/>
            <a:ext cx="4160520" cy="1938528"/>
          </a:xfrm>
          <a:prstGeom prst="rect">
            <a:avLst/>
          </a:prstGeom>
          <a:solidFill>
            <a:srgbClr val="0D1A2E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56032" y="658368"/>
            <a:ext cx="50292" cy="1938528"/>
          </a:xfrm>
          <a:prstGeom prst="rect">
            <a:avLst/>
          </a:prstGeom>
          <a:solidFill>
            <a:srgbClr val="00DCB4"/>
          </a:solidFill>
          <a:ln w="12700">
            <a:solidFill>
              <a:srgbClr val="00DCB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84048" y="786384"/>
            <a:ext cx="402336" cy="402336"/>
          </a:xfrm>
          <a:prstGeom prst="rect">
            <a:avLst/>
          </a:prstGeom>
          <a:solidFill>
            <a:srgbClr val="00DCB4">
              <a:alpha val="22000"/>
            </a:srgbClr>
          </a:solidFill>
          <a:ln w="12700">
            <a:solidFill>
              <a:srgbClr val="00DCB4">
                <a:alpha val="22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84048" y="7863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W1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77824" y="786384"/>
            <a:ext cx="3429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Variables &amp; Logic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384048" y="1261872"/>
            <a:ext cx="3913632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Variables, data types (int/float/str/bool), input(), f-strings, casting, if/elif/else, comparisons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663440" y="658368"/>
            <a:ext cx="4160520" cy="1938528"/>
          </a:xfrm>
          <a:prstGeom prst="rect">
            <a:avLst/>
          </a:prstGeom>
          <a:solidFill>
            <a:srgbClr val="0D1A2E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663440" y="658368"/>
            <a:ext cx="50292" cy="1938528"/>
          </a:xfrm>
          <a:prstGeom prst="rect">
            <a:avLst/>
          </a:prstGeom>
          <a:solidFill>
            <a:srgbClr val="FFCB6B"/>
          </a:solidFill>
          <a:ln w="12700">
            <a:solidFill>
              <a:srgbClr val="FFCB6B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791456" y="786384"/>
            <a:ext cx="402336" cy="402336"/>
          </a:xfrm>
          <a:prstGeom prst="rect">
            <a:avLst/>
          </a:prstGeom>
          <a:solidFill>
            <a:srgbClr val="FFCB6B">
              <a:alpha val="22000"/>
            </a:srgbClr>
          </a:solidFill>
          <a:ln w="12700">
            <a:solidFill>
              <a:srgbClr val="FFCB6B">
                <a:alpha val="22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791456" y="7863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W2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285232" y="786384"/>
            <a:ext cx="3429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Loops &amp; Functions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4791456" y="1261872"/>
            <a:ext cx="3913632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loops, while loops, def, return vs print, lists, list comprehensions, enumerate, zip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256032" y="2816352"/>
            <a:ext cx="4160520" cy="1938528"/>
          </a:xfrm>
          <a:prstGeom prst="rect">
            <a:avLst/>
          </a:prstGeom>
          <a:solidFill>
            <a:srgbClr val="0D1A2E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256032" y="2816352"/>
            <a:ext cx="50292" cy="1938528"/>
          </a:xfrm>
          <a:prstGeom prst="rect">
            <a:avLst/>
          </a:prstGeom>
          <a:solidFill>
            <a:srgbClr val="C792EA"/>
          </a:solidFill>
          <a:ln w="12700">
            <a:solidFill>
              <a:srgbClr val="C792EA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384048" y="2944368"/>
            <a:ext cx="402336" cy="402336"/>
          </a:xfrm>
          <a:prstGeom prst="rect">
            <a:avLst/>
          </a:prstGeom>
          <a:solidFill>
            <a:srgbClr val="C792EA">
              <a:alpha val="22000"/>
            </a:srgbClr>
          </a:solidFill>
          <a:ln w="12700">
            <a:solidFill>
              <a:srgbClr val="C792EA">
                <a:alpha val="2200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84048" y="29443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W3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877824" y="2944368"/>
            <a:ext cx="3429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Files &amp; Errors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384048" y="3419856"/>
            <a:ext cx="3913632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open() read/write/append, with statement, try/except/finally, CSV files, input validation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4663440" y="2816352"/>
            <a:ext cx="4160520" cy="1938528"/>
          </a:xfrm>
          <a:prstGeom prst="rect">
            <a:avLst/>
          </a:prstGeom>
          <a:solidFill>
            <a:srgbClr val="0D1A2E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4663440" y="2816352"/>
            <a:ext cx="50292" cy="193852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4791456" y="2944368"/>
            <a:ext cx="402336" cy="402336"/>
          </a:xfrm>
          <a:prstGeom prst="rect">
            <a:avLst/>
          </a:prstGeom>
          <a:solidFill>
            <a:srgbClr val="00B4D8">
              <a:alpha val="22000"/>
            </a:srgbClr>
          </a:solidFill>
          <a:ln w="12700">
            <a:solidFill>
              <a:srgbClr val="00B4D8">
                <a:alpha val="2200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791456" y="29443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W4+5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5285232" y="2944368"/>
            <a:ext cx="3429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Dicts, Modules &amp; Apps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4791456" y="3419856"/>
            <a:ext cx="3913632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Dictionaries, Contact Book project, random, datetime, math, os, pip, building your own modules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30608"/>
          </a:solidFill>
          <a:ln w="12700">
            <a:solidFill>
              <a:srgbClr val="030608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0" y="4800600"/>
            <a:ext cx="1920240" cy="3429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164592" y="481431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codencode.my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2057400" y="4814316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for Beginners  •  Week 06 — Final Project &amp; Certificate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solidFill>
            <a:srgbClr val="0A1628"/>
          </a:solidFill>
          <a:ln w="12700">
            <a:solidFill>
              <a:srgbClr val="00DCB4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0B4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28016"/>
            <a:ext cx="146304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8800" y="9144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Final Project — Choose Your App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256032" y="658368"/>
            <a:ext cx="3977640" cy="3931920"/>
          </a:xfrm>
          <a:prstGeom prst="rect">
            <a:avLst/>
          </a:prstGeom>
          <a:solidFill>
            <a:srgbClr val="0D1A2E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56032" y="658368"/>
            <a:ext cx="50292" cy="3931920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84048" y="731520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C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📖  Pick one of these 4 ideas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84048" y="1152144"/>
            <a:ext cx="3703320" cy="3346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the project that excites you most. All four use the same Python skills — the difference is just the problem you're solving.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🗒️  Option A: Personal Diary App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 dated entries to a file, list by date, search keywords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🏪  Option B: Simple Shop System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products with prices, calculate totals, apply discounts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 Option C: Student Score Tracker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scores over multiple tests, show average and trend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🎲  Option D: Text Adventure Game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Rooms, items, random events, save/load progress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480560" y="658368"/>
            <a:ext cx="4407408" cy="3931920"/>
          </a:xfrm>
          <a:prstGeom prst="rect">
            <a:avLst/>
          </a:prstGeom>
          <a:solidFill>
            <a:srgbClr val="050810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480560" y="658368"/>
            <a:ext cx="4407408" cy="329184"/>
          </a:xfrm>
          <a:prstGeom prst="rect">
            <a:avLst/>
          </a:prstGeom>
          <a:solidFill>
            <a:srgbClr val="0D1A2E"/>
          </a:solidFill>
          <a:ln w="12700">
            <a:solidFill>
              <a:srgbClr val="0D1A2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626864" y="758952"/>
            <a:ext cx="118872" cy="118872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864608" y="758952"/>
            <a:ext cx="118872" cy="118872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102352" y="758952"/>
            <a:ext cx="118872" cy="118872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00800" y="67665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8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project_checklist.py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4590288" y="1060704"/>
            <a:ext cx="4206240" cy="3438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Your project must include ALL of these: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✅ At least 3 functions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✅ At least 1 loop (for or while)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✅ At least 1 if/elif/else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✅ File save and load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✅ At least 1 try/except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✅ At least 1 module (random or datetime)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✅ A menu or main loop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✅ Clean, commented code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Bonus marks for: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⭐ Input validation on all inputs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⭐ Extra feature not in the brief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⭐ Particularly clean code structure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30608"/>
          </a:solidFill>
          <a:ln w="12700">
            <a:solidFill>
              <a:srgbClr val="030608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0" y="4800600"/>
            <a:ext cx="1920240" cy="3429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64592" y="481431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codencode.my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2057400" y="4814316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for Beginners  •  Week 06 — Final Project &amp; Certificate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solidFill>
            <a:srgbClr val="0A1628"/>
          </a:solidFill>
          <a:ln w="12700">
            <a:solidFill>
              <a:srgbClr val="00DCB4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0B4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28016"/>
            <a:ext cx="146304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8800" y="9144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Template — Start Here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256032" y="658368"/>
            <a:ext cx="8631936" cy="3127248"/>
          </a:xfrm>
          <a:prstGeom prst="rect">
            <a:avLst/>
          </a:prstGeom>
          <a:solidFill>
            <a:srgbClr val="050810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56032" y="658368"/>
            <a:ext cx="8631936" cy="329184"/>
          </a:xfrm>
          <a:prstGeom prst="rect">
            <a:avLst/>
          </a:prstGeom>
          <a:solidFill>
            <a:srgbClr val="0D1A2E"/>
          </a:solidFill>
          <a:ln w="12700">
            <a:solidFill>
              <a:srgbClr val="0D1A2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2336" y="758952"/>
            <a:ext cx="118872" cy="118872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40080" y="758952"/>
            <a:ext cx="118872" cy="118872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77824" y="758952"/>
            <a:ext cx="118872" cy="118872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114800" y="67665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8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my_project.py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384048" y="1060704"/>
            <a:ext cx="8412480" cy="2633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"""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Project Title: ________________________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Author      : ________________________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Date        : ________________________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Description : ________________________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"""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random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datetime import datetime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os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── Constants ─────────────────────────────────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DATA_FILE = "data.csv"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── Data ──────────────────────────────────────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= []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── Functions ─────────────────────────────────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show_menu():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pass   # TODO: implement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add_item():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pass   # TODO: implement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list_items():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pass   # TODO: implement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save_data():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pass   # TODO: implement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load_data():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pass   # TODO: implement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── Main ──────────────────────────────────────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__name__ == "__main__":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data = load_data()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while True: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choice = show_menu()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# TODO: handle choices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256032" y="3858768"/>
            <a:ext cx="8631936" cy="749808"/>
          </a:xfrm>
          <a:prstGeom prst="rect">
            <a:avLst/>
          </a:prstGeom>
          <a:solidFill>
            <a:srgbClr val="0D1A2E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02336" y="39136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C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 What this does: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02336" y="4187952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with this template. Fill in the docstring first — explain what your program does in plain English before writing any code. if __name__ == '__main__': ensures the code only runs when you execute this file directly.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30608"/>
          </a:solidFill>
          <a:ln w="12700">
            <a:solidFill>
              <a:srgbClr val="03060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0" y="4800600"/>
            <a:ext cx="1920240" cy="3429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64592" y="481431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codencode.my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2057400" y="4814316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for Beginners  •  Week 06 — Final Project &amp; Certificate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solidFill>
            <a:srgbClr val="0A1628"/>
          </a:solidFill>
          <a:ln w="12700">
            <a:solidFill>
              <a:srgbClr val="00DCB4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0B4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28016"/>
            <a:ext cx="146304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8800" y="9144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Code Quality — Writing Clean Python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256032" y="658368"/>
            <a:ext cx="3977640" cy="3931920"/>
          </a:xfrm>
          <a:prstGeom prst="rect">
            <a:avLst/>
          </a:prstGeom>
          <a:solidFill>
            <a:srgbClr val="0D1A2E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56032" y="658368"/>
            <a:ext cx="50292" cy="3931920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84048" y="731520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C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📖  Habits that make you a real developer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84048" y="1152144"/>
            <a:ext cx="3703320" cy="3346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code is not just code that works — it's code that others (and future-you) can read.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quality checklist: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Every function has a clear, one-thing purpose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Variable names are descriptive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Comments explain WHY, not WHAT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No duplicate code — use functions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Handle edge cases (empty list, bad input)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Consistent indentation (4 spaces)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Docstrings for each function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program that works but is unreadable is half-finished.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480560" y="658368"/>
            <a:ext cx="4407408" cy="3931920"/>
          </a:xfrm>
          <a:prstGeom prst="rect">
            <a:avLst/>
          </a:prstGeom>
          <a:solidFill>
            <a:srgbClr val="050810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480560" y="658368"/>
            <a:ext cx="4407408" cy="329184"/>
          </a:xfrm>
          <a:prstGeom prst="rect">
            <a:avLst/>
          </a:prstGeom>
          <a:solidFill>
            <a:srgbClr val="0D1A2E"/>
          </a:solidFill>
          <a:ln w="12700">
            <a:solidFill>
              <a:srgbClr val="0D1A2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626864" y="758952"/>
            <a:ext cx="118872" cy="118872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864608" y="758952"/>
            <a:ext cx="118872" cy="118872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102352" y="758952"/>
            <a:ext cx="118872" cy="118872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00800" y="67665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8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clean_code.py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4590288" y="1060704"/>
            <a:ext cx="4206240" cy="3438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❌ Bad code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f(x,y):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a=x+y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a&gt;100: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print("big")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else: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print("small")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✅ Clean code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categorise_total(price, tax):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"""Return size category based on total cost."""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total = price + tax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total &gt; 100: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"expensive"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"affordable"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 = categorise_total(85, 20)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print("This item is:", result)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30608"/>
          </a:solidFill>
          <a:ln w="12700">
            <a:solidFill>
              <a:srgbClr val="030608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0" y="4800600"/>
            <a:ext cx="1920240" cy="3429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64592" y="481431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codencode.my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2057400" y="4814316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for Beginners  •  Week 06 — Final Project &amp; Certificate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solidFill>
            <a:srgbClr val="0A1628"/>
          </a:solidFill>
          <a:ln w="12700">
            <a:solidFill>
              <a:srgbClr val="00DCB4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0B4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28016"/>
            <a:ext cx="146304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8800" y="9144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Sample Project — Personal Diary App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256032" y="658368"/>
            <a:ext cx="8631936" cy="3127248"/>
          </a:xfrm>
          <a:prstGeom prst="rect">
            <a:avLst/>
          </a:prstGeom>
          <a:solidFill>
            <a:srgbClr val="050810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56032" y="658368"/>
            <a:ext cx="8631936" cy="329184"/>
          </a:xfrm>
          <a:prstGeom prst="rect">
            <a:avLst/>
          </a:prstGeom>
          <a:solidFill>
            <a:srgbClr val="0D1A2E"/>
          </a:solidFill>
          <a:ln w="12700">
            <a:solidFill>
              <a:srgbClr val="0D1A2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2336" y="758952"/>
            <a:ext cx="118872" cy="118872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40080" y="758952"/>
            <a:ext cx="118872" cy="118872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77824" y="758952"/>
            <a:ext cx="118872" cy="118872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114800" y="67665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8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diary_app.py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384048" y="1060704"/>
            <a:ext cx="8412480" cy="2633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datetime import datetime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add_entry(diary):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"""Add a new timestamped diary entry."""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text = input("Dear diary... ").strip()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not text: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print("Entry cannot be empty.")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date = datetime.now().strftime("%Y-%m-%d %H:%M")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diary.append({"date": date, "text": text})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print("✅ Entry saved!")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view_entries(diary):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"""Display all diary entries."""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not diary: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print("No entries yet.")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e in diary: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print(f"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[{e['date']}]")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print(f"  {e['text']}")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save_diary(diary, filename="diary.txt"):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"""Save diary entries to file."""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with open(filename,"w") as f: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 e in diary: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f.write(f"{e['date']}|{e['text']}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print(f"✅ {len(diary)} entries saved.")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256032" y="3858768"/>
            <a:ext cx="8631936" cy="749808"/>
          </a:xfrm>
          <a:prstGeom prst="rect">
            <a:avLst/>
          </a:prstGeom>
          <a:solidFill>
            <a:srgbClr val="0D1A2E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02336" y="39136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C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 What this does: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02336" y="4187952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complete diary app in ~30 lines shows real structure: docstrings, input validation, combined modules and file I/O. Notice how each function does exactly ONE thing.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30608"/>
          </a:solidFill>
          <a:ln w="12700">
            <a:solidFill>
              <a:srgbClr val="03060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0" y="4800600"/>
            <a:ext cx="1920240" cy="3429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64592" y="481431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codencode.my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2057400" y="4814316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for Beginners  •  Week 06 — Final Project &amp; Certificate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solidFill>
            <a:srgbClr val="0A1628"/>
          </a:solidFill>
          <a:ln w="12700">
            <a:solidFill>
              <a:srgbClr val="00DCB4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0B4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28016"/>
            <a:ext cx="146304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8800" y="9144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Sample Project — Shop System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256032" y="658368"/>
            <a:ext cx="8631936" cy="3127248"/>
          </a:xfrm>
          <a:prstGeom prst="rect">
            <a:avLst/>
          </a:prstGeom>
          <a:solidFill>
            <a:srgbClr val="050810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56032" y="658368"/>
            <a:ext cx="8631936" cy="329184"/>
          </a:xfrm>
          <a:prstGeom prst="rect">
            <a:avLst/>
          </a:prstGeom>
          <a:solidFill>
            <a:srgbClr val="0D1A2E"/>
          </a:solidFill>
          <a:ln w="12700">
            <a:solidFill>
              <a:srgbClr val="0D1A2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2336" y="758952"/>
            <a:ext cx="118872" cy="118872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40080" y="758952"/>
            <a:ext cx="118872" cy="118872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77824" y="758952"/>
            <a:ext cx="118872" cy="118872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114800" y="67665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8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shop.py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384048" y="1060704"/>
            <a:ext cx="8412480" cy="2633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add_product(inventory):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"""Add a product to inventory."""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name  = input("Product name: ").strip()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price = float(input("Price (RM): "))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qty   = int(input("Quantity: "))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inventory.append({"name":name,"price":price,"qty":qty})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print(f"✅ {name} added.")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view_inventory(inventory):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"""Display all products with totals."""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print(f"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{'Item':&lt;15} {'Price':&gt;8} {'Qty':&gt;5} {'Value':&gt;10}")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print("─" * 42)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total_value = 0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item in inventory: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value = item["price"] * item["qty"]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total_value += value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print(f"{item['name']:&lt;15} RM {item['price']:&gt;6.2f}"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f" {item['qty']:&gt;5} RM {value:&gt;8.2f}")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print("─" * 42)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print(f"{'Total value':&gt;29} RM {total_value:&gt;8.2f}")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256032" y="3858768"/>
            <a:ext cx="8631936" cy="749808"/>
          </a:xfrm>
          <a:prstGeom prst="rect">
            <a:avLst/>
          </a:prstGeom>
          <a:solidFill>
            <a:srgbClr val="0D1A2E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02336" y="39136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C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 What this does: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02336" y="4187952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 codes in f-strings: {name:&lt;15} left-aligns in 15 chars, {price:&gt;6.2f} right-aligns a float with 2 decimal places in 6 chars. This creates clean, aligned table output.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30608"/>
          </a:solidFill>
          <a:ln w="12700">
            <a:solidFill>
              <a:srgbClr val="03060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0" y="4800600"/>
            <a:ext cx="1920240" cy="3429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64592" y="481431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codencode.my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2057400" y="4814316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for Beginners  •  Week 06 — Final Project &amp; Certificate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solidFill>
            <a:srgbClr val="0A1628"/>
          </a:solidFill>
          <a:ln w="12700">
            <a:solidFill>
              <a:srgbClr val="00DCB4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0B4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28016"/>
            <a:ext cx="146304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8800" y="9144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Debugging — Finding &amp; Fixing Bugs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256032" y="658368"/>
            <a:ext cx="3977640" cy="3931920"/>
          </a:xfrm>
          <a:prstGeom prst="rect">
            <a:avLst/>
          </a:prstGeom>
          <a:solidFill>
            <a:srgbClr val="0D1A2E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56032" y="658368"/>
            <a:ext cx="50292" cy="3931920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84048" y="731520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C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📖  Every developer debugs — learn to do it well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84048" y="1152144"/>
            <a:ext cx="3703320" cy="3346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Bugs are normal. The skill is finding them quickly.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Debugging techniques: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Read the error message — it tells you line number and type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Add print() statements to trace values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Test each function independently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Use a small, simple input to reproduce the bug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Comment out code to narrow down the problem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bugs: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NameError — variable doesn't exist / typo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IndexError — list index too large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KeyError — dict key doesn't exist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IndentationError — wrong indentation level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480560" y="658368"/>
            <a:ext cx="4407408" cy="3931920"/>
          </a:xfrm>
          <a:prstGeom prst="rect">
            <a:avLst/>
          </a:prstGeom>
          <a:solidFill>
            <a:srgbClr val="050810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480560" y="658368"/>
            <a:ext cx="4407408" cy="329184"/>
          </a:xfrm>
          <a:prstGeom prst="rect">
            <a:avLst/>
          </a:prstGeom>
          <a:solidFill>
            <a:srgbClr val="0D1A2E"/>
          </a:solidFill>
          <a:ln w="12700">
            <a:solidFill>
              <a:srgbClr val="0D1A2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626864" y="758952"/>
            <a:ext cx="118872" cy="118872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864608" y="758952"/>
            <a:ext cx="118872" cy="118872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102352" y="758952"/>
            <a:ext cx="118872" cy="118872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00800" y="67665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8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debugging.py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4590288" y="1060704"/>
            <a:ext cx="4206240" cy="3438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Debugging with print()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calculate_avg(scores):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print(f"DEBUG: scores = {scores}")  # ← add this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print(f"DEBUG: len    = {len(scores)}")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total = sum(scores)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print(f"DEBUG: total  = {total}")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total / len(scores)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Test with simple data first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 = [80, 90, 70]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 = calculate_avg(test)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print("Average:", result)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Then test edge cases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calculate_avg([])  # ← what happens?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30608"/>
          </a:solidFill>
          <a:ln w="12700">
            <a:solidFill>
              <a:srgbClr val="030608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0" y="4800600"/>
            <a:ext cx="1920240" cy="3429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64592" y="481431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codencode.my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2057400" y="4814316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for Beginners  •  Week 06 — Final Project &amp; Certificate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solidFill>
            <a:srgbClr val="0A1628"/>
          </a:solidFill>
          <a:ln w="12700">
            <a:solidFill>
              <a:srgbClr val="00DCB4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0B4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8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28016"/>
            <a:ext cx="146304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8800" y="9144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Making Your Program Robust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256032" y="658368"/>
            <a:ext cx="8631936" cy="3127248"/>
          </a:xfrm>
          <a:prstGeom prst="rect">
            <a:avLst/>
          </a:prstGeom>
          <a:solidFill>
            <a:srgbClr val="050810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56032" y="658368"/>
            <a:ext cx="8631936" cy="329184"/>
          </a:xfrm>
          <a:prstGeom prst="rect">
            <a:avLst/>
          </a:prstGeom>
          <a:solidFill>
            <a:srgbClr val="0D1A2E"/>
          </a:solidFill>
          <a:ln w="12700">
            <a:solidFill>
              <a:srgbClr val="0D1A2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2336" y="758952"/>
            <a:ext cx="118872" cy="118872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40080" y="758952"/>
            <a:ext cx="118872" cy="118872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77824" y="758952"/>
            <a:ext cx="118872" cy="118872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114800" y="67665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8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robust.py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384048" y="1060704"/>
            <a:ext cx="8412480" cy="2633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safe_input_float(prompt, min_val=0):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"""Keep asking until a valid float &gt;= min_val is entered."""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while True: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try: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value = float(input(prompt))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if value &lt; min_val: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print(f"Value must be &gt;= {min_val}")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continue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return value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except ValueError: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print("Please enter a number (e.g. 12.5)")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safe_input_choice(prompt, valid):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"""Keep asking until a valid menu choice is entered."""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while True: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choice = input(prompt).strip()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choice in valid: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return choice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print(f"Please enter one of: {', '.join(valid)}")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Usage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price = safe_input_float("Price (RM): ", 0)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choice = safe_input_choice("1-Add 2-List 3-Quit: ", ["1","2","3"])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256032" y="3858768"/>
            <a:ext cx="8631936" cy="749808"/>
          </a:xfrm>
          <a:prstGeom prst="rect">
            <a:avLst/>
          </a:prstGeom>
          <a:solidFill>
            <a:srgbClr val="0D1A2E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02336" y="39136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C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 What this does: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02336" y="4187952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Helper input functions are a best practice. Define them once, reuse everywhere. safe_input_float() handles invalid text AND out-of-range values. safe_input_choice() validates menu selections.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30608"/>
          </a:solidFill>
          <a:ln w="12700">
            <a:solidFill>
              <a:srgbClr val="03060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0" y="4800600"/>
            <a:ext cx="1920240" cy="3429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64592" y="481431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codencode.my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2057400" y="4814316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for Beginners  •  Week 06 — Final Project &amp; Certificate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solidFill>
            <a:srgbClr val="0A1628"/>
          </a:solidFill>
          <a:ln w="12700">
            <a:solidFill>
              <a:srgbClr val="00DCB4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0B4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8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28016"/>
            <a:ext cx="146304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8800" y="9144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Presentation Day — What to Cover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256032" y="658368"/>
            <a:ext cx="4160520" cy="1938528"/>
          </a:xfrm>
          <a:prstGeom prst="rect">
            <a:avLst/>
          </a:prstGeom>
          <a:solidFill>
            <a:srgbClr val="0D1A2E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56032" y="658368"/>
            <a:ext cx="50292" cy="1938528"/>
          </a:xfrm>
          <a:prstGeom prst="rect">
            <a:avLst/>
          </a:prstGeom>
          <a:solidFill>
            <a:srgbClr val="00DCB4"/>
          </a:solidFill>
          <a:ln w="12700">
            <a:solidFill>
              <a:srgbClr val="00DCB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84048" y="786384"/>
            <a:ext cx="402336" cy="402336"/>
          </a:xfrm>
          <a:prstGeom prst="rect">
            <a:avLst/>
          </a:prstGeom>
          <a:solidFill>
            <a:srgbClr val="00DCB4">
              <a:alpha val="22000"/>
            </a:srgbClr>
          </a:solidFill>
          <a:ln w="12700">
            <a:solidFill>
              <a:srgbClr val="00DCB4">
                <a:alpha val="22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84048" y="7863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77824" y="786384"/>
            <a:ext cx="3429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your app does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384048" y="1261872"/>
            <a:ext cx="3913632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minute. Explain the problem your app solves. Who would use it? What does it do? A quick live demo of the key feature.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663440" y="658368"/>
            <a:ext cx="4160520" cy="1938528"/>
          </a:xfrm>
          <a:prstGeom prst="rect">
            <a:avLst/>
          </a:prstGeom>
          <a:solidFill>
            <a:srgbClr val="0D1A2E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663440" y="658368"/>
            <a:ext cx="50292" cy="1938528"/>
          </a:xfrm>
          <a:prstGeom prst="rect">
            <a:avLst/>
          </a:prstGeom>
          <a:solidFill>
            <a:srgbClr val="FFCB6B"/>
          </a:solidFill>
          <a:ln w="12700">
            <a:solidFill>
              <a:srgbClr val="FFCB6B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791456" y="786384"/>
            <a:ext cx="402336" cy="402336"/>
          </a:xfrm>
          <a:prstGeom prst="rect">
            <a:avLst/>
          </a:prstGeom>
          <a:solidFill>
            <a:srgbClr val="FFCB6B">
              <a:alpha val="22000"/>
            </a:srgbClr>
          </a:solidFill>
          <a:ln w="12700">
            <a:solidFill>
              <a:srgbClr val="FFCB6B">
                <a:alpha val="22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791456" y="7863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285232" y="786384"/>
            <a:ext cx="3429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you built it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4791456" y="1261872"/>
            <a:ext cx="3913632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your code structure. Name 2 functions you're proud of. Explain one challenge you faced and how you solved it.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256032" y="2816352"/>
            <a:ext cx="4160520" cy="1938528"/>
          </a:xfrm>
          <a:prstGeom prst="rect">
            <a:avLst/>
          </a:prstGeom>
          <a:solidFill>
            <a:srgbClr val="0D1A2E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256032" y="2816352"/>
            <a:ext cx="50292" cy="1938528"/>
          </a:xfrm>
          <a:prstGeom prst="rect">
            <a:avLst/>
          </a:prstGeom>
          <a:solidFill>
            <a:srgbClr val="C792EA"/>
          </a:solidFill>
          <a:ln w="12700">
            <a:solidFill>
              <a:srgbClr val="C792EA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384048" y="2944368"/>
            <a:ext cx="402336" cy="402336"/>
          </a:xfrm>
          <a:prstGeom prst="rect">
            <a:avLst/>
          </a:prstGeom>
          <a:solidFill>
            <a:srgbClr val="C792EA">
              <a:alpha val="22000"/>
            </a:srgbClr>
          </a:solidFill>
          <a:ln w="12700">
            <a:solidFill>
              <a:srgbClr val="C792EA">
                <a:alpha val="2200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84048" y="29443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877824" y="2944368"/>
            <a:ext cx="3429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 learned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384048" y="3419856"/>
            <a:ext cx="3913632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week's content did you use most? What was hardest? What would you add if you had more time?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4663440" y="2816352"/>
            <a:ext cx="4160520" cy="1938528"/>
          </a:xfrm>
          <a:prstGeom prst="rect">
            <a:avLst/>
          </a:prstGeom>
          <a:solidFill>
            <a:srgbClr val="0D1A2E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4663440" y="2816352"/>
            <a:ext cx="50292" cy="193852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4791456" y="2944368"/>
            <a:ext cx="402336" cy="402336"/>
          </a:xfrm>
          <a:prstGeom prst="rect">
            <a:avLst/>
          </a:prstGeom>
          <a:solidFill>
            <a:srgbClr val="00B4D8">
              <a:alpha val="22000"/>
            </a:srgbClr>
          </a:solidFill>
          <a:ln w="12700">
            <a:solidFill>
              <a:srgbClr val="00B4D8">
                <a:alpha val="2200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791456" y="29443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5285232" y="2944368"/>
            <a:ext cx="3429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next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4791456" y="3419856"/>
            <a:ext cx="3913632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opens doors to web apps, AI, data science, automation. Which direction interests you most? ML Fundamentals is your next step!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30608"/>
          </a:solidFill>
          <a:ln w="12700">
            <a:solidFill>
              <a:srgbClr val="030608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0" y="4800600"/>
            <a:ext cx="1920240" cy="3429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164592" y="481431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codencode.my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2057400" y="4814316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for Beginners  •  Week 06 — Final Project &amp; Certificate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solidFill>
            <a:srgbClr val="0A1628"/>
          </a:solidFill>
          <a:ln w="12700">
            <a:solidFill>
              <a:srgbClr val="00DCB4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0B4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8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28016"/>
            <a:ext cx="146304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8800" y="9144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🧠  Quiz Time!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256032" y="658368"/>
            <a:ext cx="8631936" cy="1024128"/>
          </a:xfrm>
          <a:prstGeom prst="rect">
            <a:avLst/>
          </a:prstGeom>
          <a:solidFill>
            <a:srgbClr val="0D1A2E"/>
          </a:solidFill>
          <a:ln w="12700">
            <a:solidFill>
              <a:srgbClr val="F5C84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56032" y="658368"/>
            <a:ext cx="50292" cy="1024128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84048" y="685800"/>
            <a:ext cx="457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C8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Q: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932688" y="713232"/>
            <a:ext cx="7818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of these is the BEST reason to use a function instead of writing the same code twice?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256032" y="1883664"/>
            <a:ext cx="4160520" cy="1097280"/>
          </a:xfrm>
          <a:prstGeom prst="rect">
            <a:avLst/>
          </a:prstGeom>
          <a:solidFill>
            <a:srgbClr val="0D1A2E"/>
          </a:solidFill>
          <a:ln w="12700">
            <a:solidFill>
              <a:srgbClr val="00DCB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256032" y="1883664"/>
            <a:ext cx="621792" cy="1097280"/>
          </a:xfrm>
          <a:prstGeom prst="rect">
            <a:avLst/>
          </a:prstGeom>
          <a:solidFill>
            <a:srgbClr val="00DCB4">
              <a:alpha val="20000"/>
            </a:srgbClr>
          </a:solidFill>
          <a:ln w="12700">
            <a:solidFill>
              <a:srgbClr val="00DCB4">
                <a:alpha val="20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56032" y="1883664"/>
            <a:ext cx="6217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DCB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950976" y="1883664"/>
            <a:ext cx="33649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Functions make your program run faster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690872" y="1883664"/>
            <a:ext cx="4160520" cy="1097280"/>
          </a:xfrm>
          <a:prstGeom prst="rect">
            <a:avLst/>
          </a:prstGeom>
          <a:solidFill>
            <a:srgbClr val="0D1A2E"/>
          </a:solidFill>
          <a:ln w="12700">
            <a:solidFill>
              <a:srgbClr val="C792E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690872" y="1883664"/>
            <a:ext cx="621792" cy="1097280"/>
          </a:xfrm>
          <a:prstGeom prst="rect">
            <a:avLst/>
          </a:prstGeom>
          <a:solidFill>
            <a:srgbClr val="C792EA">
              <a:alpha val="20000"/>
            </a:srgbClr>
          </a:solidFill>
          <a:ln w="12700">
            <a:solidFill>
              <a:srgbClr val="C792EA">
                <a:alpha val="20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690872" y="1883664"/>
            <a:ext cx="6217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792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5385816" y="1883664"/>
            <a:ext cx="33649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Functions are required by Python — you cannot write code outside them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256032" y="3145536"/>
            <a:ext cx="4160520" cy="1097280"/>
          </a:xfrm>
          <a:prstGeom prst="rect">
            <a:avLst/>
          </a:prstGeom>
          <a:solidFill>
            <a:srgbClr val="0D1A2E"/>
          </a:solidFill>
          <a:ln w="12700">
            <a:solidFill>
              <a:srgbClr val="FFCB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256032" y="3145536"/>
            <a:ext cx="621792" cy="1097280"/>
          </a:xfrm>
          <a:prstGeom prst="rect">
            <a:avLst/>
          </a:prstGeom>
          <a:solidFill>
            <a:srgbClr val="FFCB6B">
              <a:alpha val="20000"/>
            </a:srgbClr>
          </a:solidFill>
          <a:ln w="12700">
            <a:solidFill>
              <a:srgbClr val="FFCB6B">
                <a:alpha val="2000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256032" y="3145536"/>
            <a:ext cx="6217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C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</a:t>
            </a:r>
            <a:endParaRPr lang="en-US" sz="2200" dirty="0"/>
          </a:p>
        </p:txBody>
      </p:sp>
      <p:sp>
        <p:nvSpPr>
          <p:cNvPr id="20" name="Text 17"/>
          <p:cNvSpPr/>
          <p:nvPr/>
        </p:nvSpPr>
        <p:spPr>
          <a:xfrm>
            <a:off x="950976" y="3145536"/>
            <a:ext cx="33649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the logic needs to change, you only update it in one place instead of many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4690872" y="3145536"/>
            <a:ext cx="4160520" cy="1097280"/>
          </a:xfrm>
          <a:prstGeom prst="rect">
            <a:avLst/>
          </a:prstGeom>
          <a:solidFill>
            <a:srgbClr val="0D1A2E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4690872" y="3145536"/>
            <a:ext cx="621792" cy="1097280"/>
          </a:xfrm>
          <a:prstGeom prst="rect">
            <a:avLst/>
          </a:prstGeom>
          <a:solidFill>
            <a:srgbClr val="00B4D8">
              <a:alpha val="20000"/>
            </a:srgbClr>
          </a:solidFill>
          <a:ln w="12700">
            <a:solidFill>
              <a:srgbClr val="00B4D8">
                <a:alpha val="2000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690872" y="3145536"/>
            <a:ext cx="6217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B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</a:t>
            </a:r>
            <a:endParaRPr lang="en-US" sz="2200" dirty="0"/>
          </a:p>
        </p:txBody>
      </p:sp>
      <p:sp>
        <p:nvSpPr>
          <p:cNvPr id="24" name="Text 21"/>
          <p:cNvSpPr/>
          <p:nvPr/>
        </p:nvSpPr>
        <p:spPr>
          <a:xfrm>
            <a:off x="5385816" y="3145536"/>
            <a:ext cx="33649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Functions automatically handle errors so you don't need try/except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30608"/>
          </a:solidFill>
          <a:ln w="12700">
            <a:solidFill>
              <a:srgbClr val="030608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0" y="4800600"/>
            <a:ext cx="1920240" cy="3429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164592" y="481431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codencode.my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2057400" y="4814316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for Beginners  •  Week 06 — Final Project &amp; Certificate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solidFill>
            <a:srgbClr val="0A1628"/>
          </a:solidFill>
          <a:ln w="12700">
            <a:solidFill>
              <a:srgbClr val="00DCB4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</a:t>
            </a:r>
            <a:endParaRPr lang="en-US" sz="800" dirty="0"/>
          </a:p>
        </p:txBody>
      </p:sp>
      <p:sp>
        <p:nvSpPr>
          <p:cNvPr id="31" name="Shape 28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0B4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8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28016"/>
            <a:ext cx="146304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8800" y="9144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Comes After Python Basics?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256032" y="658368"/>
            <a:ext cx="8631936" cy="3127248"/>
          </a:xfrm>
          <a:prstGeom prst="rect">
            <a:avLst/>
          </a:prstGeom>
          <a:solidFill>
            <a:srgbClr val="050810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56032" y="658368"/>
            <a:ext cx="8631936" cy="329184"/>
          </a:xfrm>
          <a:prstGeom prst="rect">
            <a:avLst/>
          </a:prstGeom>
          <a:solidFill>
            <a:srgbClr val="0D1A2E"/>
          </a:solidFill>
          <a:ln w="12700">
            <a:solidFill>
              <a:srgbClr val="0D1A2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2336" y="758952"/>
            <a:ext cx="118872" cy="118872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40080" y="758952"/>
            <a:ext cx="118872" cy="118872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77824" y="758952"/>
            <a:ext cx="118872" cy="118872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114800" y="67665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8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next_steps.py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384048" y="1060704"/>
            <a:ext cx="8412480" cy="2633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🌐 Web Development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pip install flask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flask import Flask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 = Flask(__name__)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@app.route("/")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home():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"&lt;h1&gt;Hello from Python!&lt;/h1&gt;"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📊 Data Science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pip install pandas numpy matplotlib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pandas as pd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pd.read_csv("scores.csv")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print(df.describe())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🤖 Machine Learning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pip install scikit-learn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sklearn.linear_model import LinearRegression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= LinearRegression()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model.fit(X_train, y_train)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🔧 Automation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os, shutil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Move, rename, batch process files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All of these are just Python +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the same skills you already have!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256032" y="3858768"/>
            <a:ext cx="8631936" cy="749808"/>
          </a:xfrm>
          <a:prstGeom prst="rect">
            <a:avLst/>
          </a:prstGeom>
          <a:solidFill>
            <a:srgbClr val="0D1A2E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02336" y="39136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C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 What this does: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02336" y="4187952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you've learned — variables, loops, functions, files, modules — is the foundation. Flask, pandas, scikit-learn are just more modules. The syntax is the same. The concepts are the same.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30608"/>
          </a:solidFill>
          <a:ln w="12700">
            <a:solidFill>
              <a:srgbClr val="03060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0" y="4800600"/>
            <a:ext cx="1920240" cy="3429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64592" y="481431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codencode.my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2057400" y="4814316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for Beginners  •  Week 06 — Final Project &amp; Certificate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solidFill>
            <a:srgbClr val="0A1628"/>
          </a:solidFill>
          <a:ln w="12700">
            <a:solidFill>
              <a:srgbClr val="00DCB4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0B4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8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28016"/>
            <a:ext cx="146304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8800" y="9144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⌨️  Try It Yourself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256032" y="658368"/>
            <a:ext cx="5074920" cy="3931920"/>
          </a:xfrm>
          <a:prstGeom prst="rect">
            <a:avLst/>
          </a:prstGeom>
          <a:solidFill>
            <a:srgbClr val="0D1A2E"/>
          </a:solidFill>
          <a:ln w="12700">
            <a:solidFill>
              <a:srgbClr val="F5C84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56032" y="658368"/>
            <a:ext cx="50292" cy="3931920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84048" y="731520"/>
            <a:ext cx="4800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C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 Final Project Submission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84048" y="1133856"/>
            <a:ext cx="4800600" cy="3346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Choose your project idea (Diary / Shop / Score Tracker / Adventure Game)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Start with the project template — fill in the docstring and plan your functions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Build one function at a time, testing each before moving on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Make sure ALL checklist items are ticked: 3 functions, loop, file, try/except, module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 Comment your code and clean up variable names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 Prepare a 3-minute presentation: what it does, how you built it, what you learned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577840" y="658368"/>
            <a:ext cx="3310128" cy="1261872"/>
          </a:xfrm>
          <a:prstGeom prst="rect">
            <a:avLst/>
          </a:prstGeom>
          <a:solidFill>
            <a:srgbClr val="1A1200"/>
          </a:solidFill>
          <a:ln w="12700">
            <a:solidFill>
              <a:srgbClr val="F5C84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5687568" y="73152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C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🏆  XP Reward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5687568" y="1042416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5C8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200 XP</a:t>
            </a:r>
            <a:endParaRPr lang="en-US" sz="3400" dirty="0"/>
          </a:p>
        </p:txBody>
      </p:sp>
      <p:sp>
        <p:nvSpPr>
          <p:cNvPr id="12" name="Shape 9"/>
          <p:cNvSpPr/>
          <p:nvPr/>
        </p:nvSpPr>
        <p:spPr>
          <a:xfrm>
            <a:off x="5577840" y="2084832"/>
            <a:ext cx="3310128" cy="987552"/>
          </a:xfrm>
          <a:prstGeom prst="rect">
            <a:avLst/>
          </a:prstGeom>
          <a:solidFill>
            <a:srgbClr val="0D1A2E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687568" y="215798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  Time Limit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5687568" y="2450592"/>
            <a:ext cx="3017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90 min</a:t>
            </a:r>
            <a:endParaRPr lang="en-US" sz="2200" dirty="0"/>
          </a:p>
        </p:txBody>
      </p:sp>
      <p:sp>
        <p:nvSpPr>
          <p:cNvPr id="15" name="Shape 12"/>
          <p:cNvSpPr/>
          <p:nvPr/>
        </p:nvSpPr>
        <p:spPr>
          <a:xfrm>
            <a:off x="5577840" y="3236976"/>
            <a:ext cx="3310128" cy="1353312"/>
          </a:xfrm>
          <a:prstGeom prst="rect">
            <a:avLst/>
          </a:prstGeom>
          <a:solidFill>
            <a:srgbClr val="050810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687568" y="331012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 output: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5687568" y="3621024"/>
            <a:ext cx="30175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── Your Final Project ──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Running and complete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 checklist items ticked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Presented to the class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🎓 Certificate earned!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30608"/>
          </a:solidFill>
          <a:ln w="12700">
            <a:solidFill>
              <a:srgbClr val="030608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0" y="4800600"/>
            <a:ext cx="1920240" cy="3429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64592" y="481431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codencode.my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2057400" y="4814316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for Beginners  •  Week 06 — Final Project &amp; Certificate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solidFill>
            <a:srgbClr val="0A1628"/>
          </a:solidFill>
          <a:ln w="12700">
            <a:solidFill>
              <a:srgbClr val="00DCB4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</a:t>
            </a:r>
            <a:endParaRPr lang="en-US" sz="800" dirty="0"/>
          </a:p>
        </p:txBody>
      </p:sp>
      <p:sp>
        <p:nvSpPr>
          <p:cNvPr id="24" name="Shape 21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0B4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8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28016"/>
            <a:ext cx="146304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8800" y="9144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⌨️  Try It Yourself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256032" y="658368"/>
            <a:ext cx="5074920" cy="3931920"/>
          </a:xfrm>
          <a:prstGeom prst="rect">
            <a:avLst/>
          </a:prstGeom>
          <a:solidFill>
            <a:srgbClr val="0D1A2E"/>
          </a:solidFill>
          <a:ln w="12700">
            <a:solidFill>
              <a:srgbClr val="F5C84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56032" y="658368"/>
            <a:ext cx="50292" cy="3931920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84048" y="731520"/>
            <a:ext cx="4800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C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 Peer Review Challenge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84048" y="1133856"/>
            <a:ext cx="4800600" cy="3346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Exchange your .py file with a classmate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Try to run their program — does it work without any instructions from them?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Check: is the code readable? Are variable names clear? Are functions well-named?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Write 2 things you liked about their code and 1 suggestion to improve it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 Discuss feedback with each other — this is how professional code reviews work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577840" y="658368"/>
            <a:ext cx="3310128" cy="1261872"/>
          </a:xfrm>
          <a:prstGeom prst="rect">
            <a:avLst/>
          </a:prstGeom>
          <a:solidFill>
            <a:srgbClr val="1A1200"/>
          </a:solidFill>
          <a:ln w="12700">
            <a:solidFill>
              <a:srgbClr val="F5C84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5687568" y="73152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C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🏆  XP Reward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5687568" y="1042416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5C8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 XP</a:t>
            </a:r>
            <a:endParaRPr lang="en-US" sz="3400" dirty="0"/>
          </a:p>
        </p:txBody>
      </p:sp>
      <p:sp>
        <p:nvSpPr>
          <p:cNvPr id="12" name="Shape 9"/>
          <p:cNvSpPr/>
          <p:nvPr/>
        </p:nvSpPr>
        <p:spPr>
          <a:xfrm>
            <a:off x="5577840" y="2084832"/>
            <a:ext cx="3310128" cy="987552"/>
          </a:xfrm>
          <a:prstGeom prst="rect">
            <a:avLst/>
          </a:prstGeom>
          <a:solidFill>
            <a:srgbClr val="0D1A2E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687568" y="215798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  Time Limit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5687568" y="2450592"/>
            <a:ext cx="3017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 min</a:t>
            </a:r>
            <a:endParaRPr lang="en-US" sz="2200" dirty="0"/>
          </a:p>
        </p:txBody>
      </p:sp>
      <p:sp>
        <p:nvSpPr>
          <p:cNvPr id="15" name="Shape 12"/>
          <p:cNvSpPr/>
          <p:nvPr/>
        </p:nvSpPr>
        <p:spPr>
          <a:xfrm>
            <a:off x="5577840" y="3236976"/>
            <a:ext cx="3310128" cy="1353312"/>
          </a:xfrm>
          <a:prstGeom prst="rect">
            <a:avLst/>
          </a:prstGeom>
          <a:solidFill>
            <a:srgbClr val="050810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687568" y="331012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 output: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5687568" y="3621024"/>
            <a:ext cx="30175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✅ Ran without errors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✅ Readable code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💬 Feedback given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💬 Feedback received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🤝 Code review complete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30608"/>
          </a:solidFill>
          <a:ln w="12700">
            <a:solidFill>
              <a:srgbClr val="030608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0" y="4800600"/>
            <a:ext cx="1920240" cy="3429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64592" y="481431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codencode.my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2057400" y="4814316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for Beginners  •  Week 06 — Final Project &amp; Certificate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solidFill>
            <a:srgbClr val="0A1628"/>
          </a:solidFill>
          <a:ln w="12700">
            <a:solidFill>
              <a:srgbClr val="00DCB4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</a:t>
            </a:r>
            <a:endParaRPr lang="en-US" sz="800" dirty="0"/>
          </a:p>
        </p:txBody>
      </p:sp>
      <p:sp>
        <p:nvSpPr>
          <p:cNvPr id="24" name="Shape 21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0B4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8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28016"/>
            <a:ext cx="146304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8800" y="9144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Lesson Summary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256032" y="658368"/>
            <a:ext cx="5440680" cy="2834640"/>
          </a:xfrm>
          <a:prstGeom prst="rect">
            <a:avLst/>
          </a:prstGeom>
          <a:solidFill>
            <a:srgbClr val="0D1A2E"/>
          </a:solidFill>
          <a:ln w="12700">
            <a:solidFill>
              <a:srgbClr val="F5C84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56032" y="658368"/>
            <a:ext cx="50292" cy="2834640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84048" y="749808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C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What we learned today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84048" y="1152144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You can now write real Python programs from scratch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84048" y="1572768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Variables, loops, functions, files, modules — all working together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84048" y="199339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Clean code matters as much as working code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384048" y="2414016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Planning before coding saves more time than it costs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384048" y="28346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You have earned your Python for Beginners certificate 🎓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943600" y="658368"/>
            <a:ext cx="2944368" cy="2834640"/>
          </a:xfrm>
          <a:prstGeom prst="rect">
            <a:avLst/>
          </a:prstGeom>
          <a:solidFill>
            <a:srgbClr val="0D1A2E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053328" y="749808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  Next Week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053328" y="1133856"/>
            <a:ext cx="2651760" cy="2267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Fundamentals (if continuing)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on your Python skills to explore data, statistics, machine learning models and neural networks with real datasets.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256032" y="3639312"/>
            <a:ext cx="8631936" cy="987552"/>
          </a:xfrm>
          <a:prstGeom prst="rect">
            <a:avLst/>
          </a:prstGeom>
          <a:solidFill>
            <a:srgbClr val="1A1200"/>
          </a:solidFill>
          <a:ln w="12700">
            <a:solidFill>
              <a:srgbClr val="F5C84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256032" y="3639312"/>
            <a:ext cx="50292" cy="987552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84048" y="3694176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C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📝  This Week's Assignment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384048" y="4023360"/>
            <a:ext cx="67665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Submit your final project .py file + a short README explaining what it does. Prepare your 3-minute presentation for next session. 200 XP on completion.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7662672" y="3712464"/>
            <a:ext cx="1115568" cy="804672"/>
          </a:xfrm>
          <a:prstGeom prst="rect">
            <a:avLst/>
          </a:prstGeom>
          <a:solidFill>
            <a:srgbClr val="1A3A6B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662672" y="3712464"/>
            <a:ext cx="11155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C8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200 XP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30608"/>
          </a:solidFill>
          <a:ln w="12700">
            <a:solidFill>
              <a:srgbClr val="030608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0" y="4800600"/>
            <a:ext cx="1920240" cy="3429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64592" y="481431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codencode.my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2057400" y="4814316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for Beginners  •  Week 06 — Final Project &amp; Certificate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solidFill>
            <a:srgbClr val="0A1628"/>
          </a:solidFill>
          <a:ln w="12700">
            <a:solidFill>
              <a:srgbClr val="00DCB4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</a:t>
            </a:r>
            <a:endParaRPr lang="en-US" sz="800" dirty="0"/>
          </a:p>
        </p:txBody>
      </p:sp>
      <p:sp>
        <p:nvSpPr>
          <p:cNvPr id="28" name="Shape 25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0B4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for Beginners — Week 6</dc:title>
  <dc:subject>PptxGenJS Presentation</dc:subject>
  <dc:creator>PptxGenJS</dc:creator>
  <cp:lastModifiedBy>PptxGenJS</cp:lastModifiedBy>
  <cp:revision>1</cp:revision>
  <dcterms:created xsi:type="dcterms:W3CDTF">2026-03-11T14:16:50Z</dcterms:created>
  <dcterms:modified xsi:type="dcterms:W3CDTF">2026-03-11T14:16:50Z</dcterms:modified>
</cp:coreProperties>
</file>