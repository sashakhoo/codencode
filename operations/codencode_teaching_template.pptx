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40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931152" y="0"/>
            <a:ext cx="36576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6995160" y="10972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CB4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7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73859"/>
          <a:stretch>
            <a:fillRect/>
          </a:stretch>
        </p:blipFill>
        <p:spPr>
          <a:xfrm>
            <a:off x="365760" y="228600"/>
            <a:ext cx="43025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841248"/>
            <a:ext cx="77724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365760" y="8412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08" y="859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Change to 中文 or BM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100584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365760" y="12618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166420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Title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365760" y="2697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Subtopic or module name goes here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3291840"/>
            <a:ext cx="6309360" cy="129844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365760" y="3291840"/>
            <a:ext cx="54864" cy="129844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/>
          <p:nvPr/>
        </p:nvSpPr>
        <p:spPr>
          <a:xfrm>
            <a:off x="502920" y="3337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be able to: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363931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Learning objective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Learning objective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Learning objective 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9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9523" r="75357" b="9523"/>
          <a:stretch>
            <a:fillRect/>
          </a:stretch>
        </p:blipFill>
        <p:spPr>
          <a:xfrm>
            <a:off x="274320" y="173736"/>
            <a:ext cx="338001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023360" cy="3913632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54864" cy="391363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411480" y="749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Concept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170432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explanation goes here.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language. Add bullet points, diagrams, or analogies to explain the concept clearly.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685800"/>
            <a:ext cx="4297680" cy="391363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572000" y="685800"/>
            <a:ext cx="4297680" cy="347472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/>
          <p:nvPr/>
        </p:nvSpPr>
        <p:spPr>
          <a:xfrm>
            <a:off x="4663440" y="713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Example / Code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1115568"/>
            <a:ext cx="4114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code example here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World!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5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9523" r="72976"/>
          <a:stretch>
            <a:fillRect/>
          </a:stretch>
        </p:blipFill>
        <p:spPr>
          <a:xfrm>
            <a:off x="274320" y="173736"/>
            <a:ext cx="370659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Walkthrough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8595360" cy="306324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457200" y="795528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713232" y="795528"/>
            <a:ext cx="128016" cy="12801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969264" y="795528"/>
            <a:ext cx="128016" cy="1280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4114800" y="722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097280"/>
            <a:ext cx="83210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Your code goes here ──────────────────────────────────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input("What is your name? ")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print("Hello,", name)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more lines as needed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Highlight key lines with annotations below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74320" y="3822192"/>
            <a:ext cx="8595360" cy="804672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/>
          <p:nvPr/>
        </p:nvSpPr>
        <p:spPr>
          <a:xfrm>
            <a:off x="4572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1330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each important line here. What does input() do? What does print() do? Why are brackets needed?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4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3DDC84">
              <a:alpha val="15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7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9523" r="73274"/>
          <a:stretch>
            <a:fillRect/>
          </a:stretch>
        </p:blipFill>
        <p:spPr>
          <a:xfrm>
            <a:off x="274320" y="173736"/>
            <a:ext cx="366576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54864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411480" y="822960"/>
            <a:ext cx="384048" cy="384048"/>
          </a:xfrm>
          <a:prstGeom prst="rect">
            <a:avLst/>
          </a:prstGeom>
          <a:solidFill>
            <a:srgbClr val="00DCB4">
              <a:alpha val="25000"/>
            </a:srgbClr>
          </a:solidFill>
          <a:ln w="12700">
            <a:solidFill>
              <a:srgbClr val="00DCB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5"/>
          <p:cNvSpPr/>
          <p:nvPr/>
        </p:nvSpPr>
        <p:spPr>
          <a:xfrm>
            <a:off x="41148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8138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Title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280160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concept in 2–3 short sentences. Keep it simple and use an analogy if possible.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685800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4709160" y="685800"/>
            <a:ext cx="54864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4846320" y="822960"/>
            <a:ext cx="384048" cy="384048"/>
          </a:xfrm>
          <a:prstGeom prst="rect">
            <a:avLst/>
          </a:prstGeom>
          <a:solidFill>
            <a:srgbClr val="FFCB6B">
              <a:alpha val="25000"/>
            </a:srgbClr>
          </a:solidFill>
          <a:ln w="12700">
            <a:solidFill>
              <a:srgbClr val="FFCB6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/>
          <p:nvPr/>
        </p:nvSpPr>
        <p:spPr>
          <a:xfrm>
            <a:off x="484632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30952" y="8138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Title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1280160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concept in 2–3 short sentences. Keep it simple and use an analogy if possible.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5"/>
          <p:cNvSpPr/>
          <p:nvPr/>
        </p:nvSpPr>
        <p:spPr>
          <a:xfrm>
            <a:off x="274320" y="2816352"/>
            <a:ext cx="54864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6"/>
          <p:cNvSpPr/>
          <p:nvPr/>
        </p:nvSpPr>
        <p:spPr>
          <a:xfrm>
            <a:off x="411480" y="2953512"/>
            <a:ext cx="384048" cy="384048"/>
          </a:xfrm>
          <a:prstGeom prst="rect">
            <a:avLst/>
          </a:prstGeom>
          <a:solidFill>
            <a:srgbClr val="C792EA">
              <a:alpha val="25000"/>
            </a:srgbClr>
          </a:solidFill>
          <a:ln w="12700">
            <a:solidFill>
              <a:srgbClr val="C792E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7"/>
          <p:cNvSpPr/>
          <p:nvPr/>
        </p:nvSpPr>
        <p:spPr>
          <a:xfrm>
            <a:off x="41148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6112" y="2944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Title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11480" y="341071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concept in 2–3 short sentences. Keep it simple and use an analogy if possible.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1"/>
          <p:cNvSpPr/>
          <p:nvPr/>
        </p:nvSpPr>
        <p:spPr>
          <a:xfrm>
            <a:off x="4709160" y="2816352"/>
            <a:ext cx="54864" cy="19385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2"/>
          <p:cNvSpPr/>
          <p:nvPr/>
        </p:nvSpPr>
        <p:spPr>
          <a:xfrm>
            <a:off x="4846320" y="2953512"/>
            <a:ext cx="384048" cy="384048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3"/>
          <p:cNvSpPr/>
          <p:nvPr/>
        </p:nvSpPr>
        <p:spPr>
          <a:xfrm>
            <a:off x="48463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330952" y="2944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Title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46320" y="341071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concept in 2–3 short sentences. Keep it simple and use an analogy if possible.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8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1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16667" r="74167"/>
          <a:stretch>
            <a:fillRect/>
          </a:stretch>
        </p:blipFill>
        <p:spPr>
          <a:xfrm>
            <a:off x="274320" y="201168"/>
            <a:ext cx="35433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13232"/>
            <a:ext cx="8595360" cy="105156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74320" y="713232"/>
            <a:ext cx="54864" cy="10515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87552" y="80467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question goes here? Think carefully before answering!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" y="1920240"/>
            <a:ext cx="4160520" cy="1078992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621792" cy="1078992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/>
          <p:nvPr/>
        </p:nvSpPr>
        <p:spPr>
          <a:xfrm>
            <a:off x="274320" y="1920240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552" y="1920240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goes here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09160" y="1920240"/>
            <a:ext cx="4160520" cy="1078992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4709160" y="1920240"/>
            <a:ext cx="621792" cy="1078992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/>
          <p:nvPr/>
        </p:nvSpPr>
        <p:spPr>
          <a:xfrm>
            <a:off x="4709160" y="1920240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22392" y="1920240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goes here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3182112"/>
            <a:ext cx="4160520" cy="1078992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5"/>
          <p:cNvSpPr/>
          <p:nvPr/>
        </p:nvSpPr>
        <p:spPr>
          <a:xfrm>
            <a:off x="274320" y="3182112"/>
            <a:ext cx="621792" cy="1078992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274320" y="3182112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87552" y="3182112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goes here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09160" y="3182112"/>
            <a:ext cx="4160520" cy="1078992"/>
          </a:xfrm>
          <a:prstGeom prst="rect">
            <a:avLst/>
          </a:prstGeom>
          <a:solidFill>
            <a:srgbClr val="0D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19"/>
          <p:cNvSpPr/>
          <p:nvPr/>
        </p:nvSpPr>
        <p:spPr>
          <a:xfrm>
            <a:off x="4709160" y="3182112"/>
            <a:ext cx="621792" cy="1078992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4709160" y="3182112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22392" y="3182112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option goes here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4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F5C842">
              <a:alpha val="15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7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37160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5029200" cy="3913632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54864" cy="391363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Task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46634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Python program that: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Step one of the task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Step two of the task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Step three of the task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Hint: remember what we learned about...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77840" y="685800"/>
            <a:ext cx="3291840" cy="1280160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5715000" y="777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0" y="11155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XP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5577840" y="2121408"/>
            <a:ext cx="3291840" cy="10058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/>
          <p:nvPr/>
        </p:nvSpPr>
        <p:spPr>
          <a:xfrm>
            <a:off x="571500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252374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minutes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73552"/>
            <a:ext cx="3291840" cy="132588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/>
          <p:nvPr/>
        </p:nvSpPr>
        <p:spPr>
          <a:xfrm>
            <a:off x="57150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15000" y="365760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Your program 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goes here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7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C792EA">
              <a:alpha val="15000"/>
            </a:srgbClr>
          </a:solidFill>
          <a:ln w="12700">
            <a:solidFill>
              <a:srgbClr val="C792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37160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5394960" cy="2788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54864" cy="2788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170432"/>
            <a:ext cx="50749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 takeaway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 takeaway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 takeaway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 takeaway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 takeaway 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685800"/>
            <a:ext cx="2926080" cy="2788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6080760" y="777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  Next Week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1170432"/>
            <a:ext cx="26517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week's topic goes here.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what students should expect, and any prep they should do.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4320" y="3611880"/>
            <a:ext cx="8595360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274320" y="3611880"/>
            <a:ext cx="54864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/>
          <p:nvPr/>
        </p:nvSpPr>
        <p:spPr>
          <a:xfrm>
            <a:off x="457200" y="3675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005072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description goes here. Due: next Saturday before class.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71232" y="3703320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4"/>
          <p:cNvSpPr/>
          <p:nvPr/>
        </p:nvSpPr>
        <p:spPr>
          <a:xfrm>
            <a:off x="7571232" y="3703320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XP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7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37160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8595360" cy="3913632"/>
          </a:xfrm>
          <a:prstGeom prst="rect">
            <a:avLst/>
          </a:prstGeom>
          <a:solidFill>
            <a:srgbClr val="0D1A2E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3"/>
          <p:cNvSpPr/>
          <p:nvPr/>
        </p:nvSpPr>
        <p:spPr>
          <a:xfrm>
            <a:off x="274320" y="21945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Content area — delete this box and add your content 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9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6459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400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57200" y="312724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section intro or objective statement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822192"/>
            <a:ext cx="164592" cy="164592"/>
          </a:xfrm>
          <a:prstGeom prst="ellipse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841248" y="3822192"/>
            <a:ext cx="164592" cy="164592"/>
          </a:xfrm>
          <a:prstGeom prst="ellipse">
            <a:avLst/>
          </a:prstGeom>
          <a:solidFill>
            <a:srgbClr val="00DCB4">
              <a:alpha val="35000"/>
            </a:srgbClr>
          </a:solidFill>
          <a:ln w="12700">
            <a:solidFill>
              <a:srgbClr val="00DCB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1225296" y="3822192"/>
            <a:ext cx="164592" cy="164592"/>
          </a:xfrm>
          <a:prstGeom prst="ellipse">
            <a:avLst/>
          </a:prstGeom>
          <a:solidFill>
            <a:srgbClr val="00DCB4">
              <a:alpha val="25000"/>
            </a:srgbClr>
          </a:solidFill>
          <a:ln w="12700">
            <a:solidFill>
              <a:srgbClr val="00DCB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1609344" y="3822192"/>
            <a:ext cx="164592" cy="164592"/>
          </a:xfrm>
          <a:prstGeom prst="ellipse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1993392" y="3822192"/>
            <a:ext cx="164592" cy="164592"/>
          </a:xfrm>
          <a:prstGeom prst="ellipse">
            <a:avLst/>
          </a:prstGeom>
          <a:solidFill>
            <a:srgbClr val="00DCB4">
              <a:alpha val="5000"/>
            </a:srgbClr>
          </a:solidFill>
          <a:ln w="12700">
            <a:solidFill>
              <a:srgbClr val="00DCB4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00DCB4">
              <a:alpha val="15000"/>
            </a:srgbClr>
          </a:solidFill>
          <a:ln w="12700">
            <a:solidFill>
              <a:srgbClr val="00DCB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645920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097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Teaching Template — Layout Guide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this slide before sharing with students.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859536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365760" y="822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71600" y="822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834640" y="8229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188720"/>
            <a:ext cx="8595360" cy="38404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71600" y="1188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Title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34640" y="11887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at the start of every lesson. Fill in week number, title, subtopic, and 3 learning objectives.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1609344"/>
            <a:ext cx="8595360" cy="384048"/>
          </a:xfrm>
          <a:prstGeom prst="rect">
            <a:avLst/>
          </a:prstGeom>
          <a:solidFill>
            <a:srgbClr val="080C1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/>
          <p:nvPr/>
        </p:nvSpPr>
        <p:spPr>
          <a:xfrm>
            <a:off x="365760" y="1609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371600" y="16093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834640" y="16093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explanation/concept. Right: code example or diagram. Best for introducing syntax.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2029968"/>
            <a:ext cx="8595360" cy="38404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365760" y="2029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371600" y="2029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834640" y="20299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Full-width code block with terminal header. Use for live-coding demos and walkthroughs.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2450592"/>
            <a:ext cx="8595360" cy="384048"/>
          </a:xfrm>
          <a:prstGeom prst="rect">
            <a:avLst/>
          </a:prstGeom>
          <a:solidFill>
            <a:srgbClr val="080C1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365760" y="24505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371600" y="2450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Cards (2×2)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834640" y="24505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cards for key terms, definitions, or contrasting ideas. Good mid-lesson check.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2871216"/>
            <a:ext cx="8595360" cy="38404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4"/>
          <p:cNvSpPr/>
          <p:nvPr/>
        </p:nvSpPr>
        <p:spPr>
          <a:xfrm>
            <a:off x="365760" y="28712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37160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Slide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834640" y="28712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 with 4 options A–D. Change option border colours to highlight the correct answer after.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3291840"/>
            <a:ext cx="8595360" cy="384048"/>
          </a:xfrm>
          <a:prstGeom prst="rect">
            <a:avLst/>
          </a:prstGeom>
          <a:solidFill>
            <a:srgbClr val="080C1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8"/>
          <p:cNvSpPr/>
          <p:nvPr/>
        </p:nvSpPr>
        <p:spPr>
          <a:xfrm>
            <a:off x="36576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371600" y="3291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Task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834640" y="32918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with XP reward, time limit, and expected output. Use near end of lesson.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712464"/>
            <a:ext cx="8595360" cy="38404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2"/>
          <p:cNvSpPr/>
          <p:nvPr/>
        </p:nvSpPr>
        <p:spPr>
          <a:xfrm>
            <a:off x="365760" y="3712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371600" y="37124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Summary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834640" y="371246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next week preview + assignment reminder. Always end with this.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4133088"/>
            <a:ext cx="8595360" cy="384048"/>
          </a:xfrm>
          <a:prstGeom prst="rect">
            <a:avLst/>
          </a:prstGeom>
          <a:solidFill>
            <a:srgbClr val="080C1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6"/>
          <p:cNvSpPr/>
          <p:nvPr/>
        </p:nvSpPr>
        <p:spPr>
          <a:xfrm>
            <a:off x="365760" y="4133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71600" y="4133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Content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2834640" y="413308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slate — delete the placeholder box and add your own shapes/images/text freely.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4320" y="4553712"/>
            <a:ext cx="8595360" cy="38404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0"/>
          <p:cNvSpPr/>
          <p:nvPr/>
        </p:nvSpPr>
        <p:spPr>
          <a:xfrm>
            <a:off x="365760" y="45537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371600" y="4553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2834640" y="455371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between major sections or modules. Change the section title text.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74320" y="5349240"/>
            <a:ext cx="457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Text 45"/>
          <p:cNvSpPr/>
          <p:nvPr/>
        </p:nvSpPr>
        <p:spPr>
          <a:xfrm>
            <a:off x="274320" y="5349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804672" y="5349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Track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377440" y="5349240"/>
            <a:ext cx="457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48"/>
          <p:cNvSpPr/>
          <p:nvPr/>
        </p:nvSpPr>
        <p:spPr>
          <a:xfrm>
            <a:off x="2377440" y="5349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中文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907792" y="5349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华语班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480560" y="5349240"/>
            <a:ext cx="457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4" name="Text 51"/>
          <p:cNvSpPr/>
          <p:nvPr/>
        </p:nvSpPr>
        <p:spPr>
          <a:xfrm>
            <a:off x="4480560" y="5349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5010912" y="5349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BM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Shape 54"/>
          <p:cNvSpPr/>
          <p:nvPr/>
        </p:nvSpPr>
        <p:spPr>
          <a:xfrm>
            <a:off x="0" y="4800600"/>
            <a:ext cx="201168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Text 55"/>
          <p:cNvSpPr/>
          <p:nvPr/>
        </p:nvSpPr>
        <p:spPr>
          <a:xfrm>
            <a:off x="182880" y="4809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219456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hello@codencode.my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solidFill>
            <a:srgbClr val="F5C842">
              <a:alpha val="15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58"/>
          <p:cNvSpPr/>
          <p:nvPr/>
        </p:nvSpPr>
        <p:spPr>
          <a:xfrm>
            <a:off x="8046720" y="48097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753</Words>
  <Application>Microsoft Office PowerPoint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codencode.my — Teaching Template</dc:title>
  <dc:subject>PptxGenJS Presentation</dc:subject>
  <dc:creator>codencode.my</dc:creator>
  <cp:lastModifiedBy>Natasya Khoo</cp:lastModifiedBy>
  <cp:revision>6</cp:revision>
  <dcterms:created xsi:type="dcterms:W3CDTF">2026-03-09T06:39:42Z</dcterms:created>
  <dcterms:modified xsi:type="dcterms:W3CDTF">2026-03-09T07:47:56Z</dcterms:modified>
</cp:coreProperties>
</file>